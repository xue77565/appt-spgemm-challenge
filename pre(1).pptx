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5.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2" r:id="rId3"/>
  </p:sldMasterIdLst>
  <p:notesMasterIdLst>
    <p:notesMasterId r:id="rId5"/>
  </p:notesMasterIdLst>
  <p:handoutMasterIdLst>
    <p:handoutMasterId r:id="rId15"/>
  </p:handoutMasterIdLst>
  <p:sldIdLst>
    <p:sldId id="1589" r:id="rId4"/>
    <p:sldId id="11089777" r:id="rId6"/>
    <p:sldId id="11089796" r:id="rId7"/>
    <p:sldId id="11089806" r:id="rId8"/>
    <p:sldId id="11089807" r:id="rId9"/>
    <p:sldId id="11089808" r:id="rId10"/>
    <p:sldId id="11089809" r:id="rId11"/>
    <p:sldId id="11089812" r:id="rId12"/>
    <p:sldId id="11089816" r:id="rId13"/>
    <p:sldId id="11089815" r:id="rId14"/>
  </p:sldIdLst>
  <p:sldSz cx="12192000" cy="6858000"/>
  <p:notesSz cx="6858000" cy="9144000"/>
  <p:custDataLst>
    <p:tags r:id="rId20"/>
  </p:custDataLst>
  <p:defaultTex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068" userDrawn="1">
          <p15:clr>
            <a:srgbClr val="A4A3A4"/>
          </p15:clr>
        </p15:guide>
        <p15:guide id="2" pos="3592"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oker" initials="j" lastIdx="0" clrIdx="0"/>
  <p:cmAuthor id="2" name="ss" initials="s" lastIdx="1" clrIdx="1"/>
  <p:cmAuthor id="3" name="webuser" initials="webuser" lastIdx="3" clrIdx="2"/>
  <p:cmAuthor id="4" name="TAN Hai-Ning" initials="MOU" lastIdx="1"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D77C3"/>
    <a:srgbClr val="BDD6F0"/>
    <a:srgbClr val="CAECF2"/>
    <a:srgbClr val="90D2EA"/>
    <a:srgbClr val="0080FE"/>
    <a:srgbClr val="D31D12"/>
    <a:srgbClr val="0070C0"/>
    <a:srgbClr val="E2EAFD"/>
    <a:srgbClr val="1485A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560" autoAdjust="0"/>
    <p:restoredTop sz="74673" autoAdjust="0"/>
  </p:normalViewPr>
  <p:slideViewPr>
    <p:cSldViewPr snapToGrid="0" showGuides="1">
      <p:cViewPr varScale="1">
        <p:scale>
          <a:sx n="118" d="100"/>
          <a:sy n="118" d="100"/>
        </p:scale>
        <p:origin x="1448" y="88"/>
      </p:cViewPr>
      <p:guideLst>
        <p:guide orient="horz" pos="2068"/>
        <p:guide pos="3592"/>
      </p:guideLst>
    </p:cSldViewPr>
  </p:slideViewPr>
  <p:notesTextViewPr>
    <p:cViewPr>
      <p:scale>
        <a:sx n="125" d="100"/>
        <a:sy n="125"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0" Type="http://schemas.openxmlformats.org/officeDocument/2006/relationships/tags" Target="tags/tag52.xml"/><Relationship Id="rId2" Type="http://schemas.openxmlformats.org/officeDocument/2006/relationships/theme" Target="theme/theme1.xml"/><Relationship Id="rId19" Type="http://schemas.openxmlformats.org/officeDocument/2006/relationships/commentAuthors" Target="commentAuthors.xml"/><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handoutMaster" Target="handoutMasters/handoutMaster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atin typeface="Arial" panose="020B0604020202020204" pitchFamily="34"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897530C1-7B80-4F9D-874D-22D26909CA76}" type="datetimeFigureOut">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p>
            <a:pPr lvl="0" algn="r" eaLnBrk="1" fontAlgn="base" hangingPunct="1">
              <a:buNone/>
            </a:pPr>
            <a:fld id="{9A0DB2DC-4C9A-4742-B13C-FB6460FD3503}" type="slidenum">
              <a:rPr lang="zh-CN" altLang="en-US" sz="1200" strike="noStrike" noProof="1" dirty="0">
                <a:latin typeface="Arial" panose="020B0604020202020204" pitchFamily="34" charset="0"/>
                <a:ea typeface="宋体" panose="02010600030101010101" pitchFamily="2" charset="-122"/>
                <a:cs typeface="+mn-cs"/>
              </a:rPr>
            </a:fld>
            <a:endParaRPr lang="zh-CN" altLang="en-US" sz="1200" strike="noStrike" noProof="1"/>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200">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147"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200">
                <a:latin typeface="Arial" panose="020B0604020202020204" pitchFamily="34"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172" name="Rectangle 4"/>
          <p:cNvSpPr>
            <a:spLocks noGrp="1" noRot="1" noChangeAspect="1" noTextEdit="1"/>
          </p:cNvSpPr>
          <p:nvPr>
            <p:ph type="sldImg"/>
          </p:nvPr>
        </p:nvSpPr>
        <p:spPr>
          <a:xfrm>
            <a:off x="381000" y="685800"/>
            <a:ext cx="6096000" cy="3429000"/>
          </a:xfrm>
          <a:prstGeom prst="rect">
            <a:avLst/>
          </a:prstGeom>
          <a:noFill/>
          <a:ln w="9525" cap="flat" cmpd="sng">
            <a:solidFill>
              <a:srgbClr val="000000"/>
            </a:solidFill>
            <a:prstDash val="solid"/>
            <a:miter/>
            <a:headEnd type="none" w="med" len="med"/>
            <a:tailEnd type="none" w="med" len="med"/>
          </a:ln>
        </p:spPr>
      </p:sp>
      <p:sp>
        <p:nvSpPr>
          <p:cNvPr id="6149"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单击此处编辑母版文本样式</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第二级</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第三级</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第四级</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第五级</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150"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sz="1200">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151"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p>
            <a:pPr lvl="0" algn="r" eaLnBrk="1" fontAlgn="base" hangingPunct="1">
              <a:buNone/>
            </a:pPr>
            <a:fld id="{9A0DB2DC-4C9A-4742-B13C-FB6460FD3503}" type="slidenum">
              <a:rPr lang="en-US" altLang="zh-CN" sz="1200" strike="noStrike" noProof="1" dirty="0">
                <a:latin typeface="Arial" panose="020B0604020202020204" pitchFamily="34" charset="0"/>
                <a:ea typeface="宋体" panose="02010600030101010101" pitchFamily="2" charset="-122"/>
                <a:cs typeface="+mn-cs"/>
              </a:rPr>
            </a:fld>
            <a:endParaRPr lang="en-US" altLang="zh-CN" sz="1200" strike="noStrike" noProof="1"/>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各位评委老师，大家上午好，我是中国科学院计算技术研究所的范志华，接下来开始我的答辩汇报</a:t>
            </a:r>
            <a:endParaRPr lang="zh-CN" altLang="en-US" dirty="0"/>
          </a:p>
        </p:txBody>
      </p:sp>
      <p:sp>
        <p:nvSpPr>
          <p:cNvPr id="4" name="灯片编号占位符 3"/>
          <p:cNvSpPr>
            <a:spLocks noGrp="1"/>
          </p:cNvSpPr>
          <p:nvPr>
            <p:ph type="sldNum" sz="quarter" idx="10"/>
          </p:nvPr>
        </p:nvSpPr>
        <p:spPr/>
        <p:txBody>
          <a:bodyPr/>
          <a:lstStyle/>
          <a:p>
            <a:pPr marL="0" marR="0" lvl="0" indent="0" algn="r" defTabSz="914400" eaLnBrk="0" fontAlgn="base" latinLnBrk="0" hangingPunct="0">
              <a:lnSpc>
                <a:spcPct val="100000"/>
              </a:lnSpc>
              <a:spcBef>
                <a:spcPct val="0"/>
              </a:spcBef>
              <a:spcAft>
                <a:spcPct val="0"/>
              </a:spcAft>
              <a:buClrTx/>
              <a:buSzTx/>
              <a:buFontTx/>
              <a:buNone/>
              <a:defRPr/>
            </a:pPr>
            <a:fld id="{39AD698A-D66C-4FA1-BBD8-F72AE9E6E751}"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charset="0"/>
                <a:ea typeface="微软雅黑" panose="020B0503020204020204" charset="-122"/>
              </a:rPr>
            </a:fld>
            <a:endParaRPr kumimoji="0" lang="zh-CN" altLang="en-US" sz="1200" b="0" i="0" u="none" strike="noStrike" kern="1200" cap="none" spc="0" normalizeH="0" baseline="0" noProof="0">
              <a:ln>
                <a:noFill/>
              </a:ln>
              <a:solidFill>
                <a:prstClr val="black"/>
              </a:solidFill>
              <a:effectLst/>
              <a:uLnTx/>
              <a:uFillTx/>
              <a:latin typeface="Calibri" panose="020F0502020204030204" charset="0"/>
              <a:ea typeface="微软雅黑" panose="020B0503020204020204"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a:effectLst/>
                <a:sym typeface="+mn-ea"/>
              </a:rPr>
              <a:t>应用同时具有计算模式多样、数据并发度高和实时约束严格三个特征。但传统处理器的执行方式、算力组织相对固定，难以满足灵活性、高并发和实时性需求。因此，论文研究的核心问题是：如何解决复杂多变的高通量负载与相对固定的处理器架构之间的矛盾。</a:t>
            </a:r>
            <a:endParaRPr lang="en-US" altLang="zh-CN" dirty="0">
              <a:effectLst/>
              <a:sym typeface="+mn-ea"/>
            </a:endParaRPr>
          </a:p>
          <a:p>
            <a:pPr marL="0" marR="0" lvl="0" indent="0" algn="l" defTabSz="914400" rtl="0" eaLnBrk="0" fontAlgn="base" latinLnBrk="0" hangingPunct="0">
              <a:lnSpc>
                <a:spcPct val="100000"/>
              </a:lnSpc>
              <a:spcBef>
                <a:spcPct val="30000"/>
              </a:spcBef>
              <a:spcAft>
                <a:spcPct val="0"/>
              </a:spcAft>
              <a:buClrTx/>
              <a:buSzTx/>
              <a:buFontTx/>
              <a:buNone/>
              <a:defRPr/>
            </a:pPr>
            <a:endParaRPr lang="en-US" altLang="zh-CN" dirty="0">
              <a:effectLst/>
              <a:sym typeface="+mn-ea"/>
            </a:endParaRPr>
          </a:p>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a:effectLst/>
                <a:sym typeface="+mn-ea"/>
              </a:rPr>
              <a:t>围绕这一问题</a:t>
            </a:r>
            <a:r>
              <a:rPr lang="en-US" altLang="zh-CN" dirty="0">
                <a:effectLst/>
                <a:sym typeface="+mn-ea"/>
              </a:rPr>
              <a:t>,</a:t>
            </a:r>
            <a:r>
              <a:rPr lang="zh-CN" altLang="en-US" dirty="0">
                <a:effectLst/>
                <a:sym typeface="+mn-ea"/>
              </a:rPr>
              <a:t>形成</a:t>
            </a:r>
            <a:r>
              <a:rPr lang="en-US" altLang="zh-CN" dirty="0">
                <a:effectLst/>
                <a:sym typeface="+mn-ea"/>
              </a:rPr>
              <a:t>3</a:t>
            </a:r>
            <a:r>
              <a:rPr lang="zh-CN" altLang="en-US" dirty="0">
                <a:effectLst/>
                <a:sym typeface="+mn-ea"/>
              </a:rPr>
              <a:t>个创新：在执行模型层让程序高效流动；在计算阵列层让算力灵活重组；在计算单元层使无效计算不再发生。三者共同构成负载自适应的高通量处理器</a:t>
            </a:r>
            <a:endParaRPr lang="en-US" altLang="zh-CN" dirty="0">
              <a:effectLst/>
              <a:sym typeface="+mn-ea"/>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a:effectLst/>
                <a:sym typeface="+mn-ea"/>
              </a:rPr>
              <a:t>第一项贡献面向执行模型。传统线程级数据流粒度过粗，面对非规则程序时，调度循环难以高效流水。论文选择指令块作为新的执行单位，系统构建激活、同步和访存语义及其计算微架构，在数据流灵活性与硬件执行效率之间取得平衡。相关成果包括</a:t>
            </a:r>
            <a:r>
              <a:rPr lang="en-US" altLang="zh-CN" dirty="0" err="1">
                <a:effectLst/>
                <a:sym typeface="+mn-ea"/>
              </a:rPr>
              <a:t>Europar</a:t>
            </a:r>
            <a:r>
              <a:rPr lang="zh-CN" altLang="en-US" dirty="0">
                <a:effectLst/>
                <a:sym typeface="+mn-ea"/>
              </a:rPr>
              <a:t>、</a:t>
            </a:r>
            <a:r>
              <a:rPr lang="en-US" altLang="zh-CN" dirty="0">
                <a:effectLst/>
                <a:sym typeface="+mn-ea"/>
              </a:rPr>
              <a:t>APPT25</a:t>
            </a:r>
            <a:r>
              <a:rPr lang="zh-CN" altLang="en-US" dirty="0">
                <a:effectLst/>
                <a:sym typeface="+mn-ea"/>
              </a:rPr>
              <a:t>、</a:t>
            </a:r>
            <a:r>
              <a:rPr lang="en-US" altLang="zh-CN" dirty="0">
                <a:effectLst/>
                <a:sym typeface="+mn-ea"/>
              </a:rPr>
              <a:t>ISCA26</a:t>
            </a:r>
            <a:r>
              <a:rPr lang="zh-CN" altLang="en-US" dirty="0">
                <a:effectLst/>
                <a:sym typeface="+mn-ea"/>
              </a:rPr>
              <a:t>和授权专利</a:t>
            </a:r>
            <a:endParaRPr lang="en-US" altLang="zh-CN" dirty="0">
              <a:effectLst/>
              <a:sym typeface="+mn-ea"/>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a:effectLst/>
                <a:sym typeface="+mn-ea"/>
              </a:rPr>
              <a:t>第一项贡献面向执行模型。传统线程级数据流粒度过粗，面对非规则程序时，调度循环难以高效流水。论文选择指令块作为新的执行单位，系统构建激活、同步和访存语义及其计算微架构，在数据流灵活性与硬件执行效率之间取得平衡。相关成果包括</a:t>
            </a:r>
            <a:r>
              <a:rPr lang="en-US" altLang="zh-CN" dirty="0" err="1">
                <a:effectLst/>
                <a:sym typeface="+mn-ea"/>
              </a:rPr>
              <a:t>Europar</a:t>
            </a:r>
            <a:r>
              <a:rPr lang="zh-CN" altLang="en-US" dirty="0">
                <a:effectLst/>
                <a:sym typeface="+mn-ea"/>
              </a:rPr>
              <a:t>、</a:t>
            </a:r>
            <a:r>
              <a:rPr lang="en-US" altLang="zh-CN" dirty="0">
                <a:effectLst/>
                <a:sym typeface="+mn-ea"/>
              </a:rPr>
              <a:t>APPT25</a:t>
            </a:r>
            <a:r>
              <a:rPr lang="zh-CN" altLang="en-US" dirty="0">
                <a:effectLst/>
                <a:sym typeface="+mn-ea"/>
              </a:rPr>
              <a:t>、</a:t>
            </a:r>
            <a:r>
              <a:rPr lang="en-US" altLang="zh-CN" dirty="0">
                <a:effectLst/>
                <a:sym typeface="+mn-ea"/>
              </a:rPr>
              <a:t>ISCA26</a:t>
            </a:r>
            <a:r>
              <a:rPr lang="zh-CN" altLang="en-US" dirty="0">
                <a:effectLst/>
                <a:sym typeface="+mn-ea"/>
              </a:rPr>
              <a:t>和授权专利</a:t>
            </a:r>
            <a:endParaRPr lang="en-US" altLang="zh-CN" dirty="0">
              <a:effectLst/>
              <a:sym typeface="+mn-ea"/>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a:effectLst/>
                <a:sym typeface="+mn-ea"/>
              </a:rPr>
              <a:t>第一项贡献面向执行模型。传统线程级数据流粒度过粗，面对非规则程序时，调度循环难以高效流水。论文选择指令块作为新的执行单位，系统构建激活、同步和访存语义及其计算微架构，在数据流灵活性与硬件执行效率之间取得平衡。相关成果包括</a:t>
            </a:r>
            <a:r>
              <a:rPr lang="en-US" altLang="zh-CN" dirty="0" err="1">
                <a:effectLst/>
                <a:sym typeface="+mn-ea"/>
              </a:rPr>
              <a:t>Europar</a:t>
            </a:r>
            <a:r>
              <a:rPr lang="zh-CN" altLang="en-US" dirty="0">
                <a:effectLst/>
                <a:sym typeface="+mn-ea"/>
              </a:rPr>
              <a:t>、</a:t>
            </a:r>
            <a:r>
              <a:rPr lang="en-US" altLang="zh-CN" dirty="0">
                <a:effectLst/>
                <a:sym typeface="+mn-ea"/>
              </a:rPr>
              <a:t>APPT25</a:t>
            </a:r>
            <a:r>
              <a:rPr lang="zh-CN" altLang="en-US" dirty="0">
                <a:effectLst/>
                <a:sym typeface="+mn-ea"/>
              </a:rPr>
              <a:t>、</a:t>
            </a:r>
            <a:r>
              <a:rPr lang="en-US" altLang="zh-CN" dirty="0">
                <a:effectLst/>
                <a:sym typeface="+mn-ea"/>
              </a:rPr>
              <a:t>ISCA26</a:t>
            </a:r>
            <a:r>
              <a:rPr lang="zh-CN" altLang="en-US" dirty="0">
                <a:effectLst/>
                <a:sym typeface="+mn-ea"/>
              </a:rPr>
              <a:t>和授权专利</a:t>
            </a:r>
            <a:endParaRPr lang="en-US" altLang="zh-CN" dirty="0">
              <a:effectLst/>
              <a:sym typeface="+mn-ea"/>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a:effectLst/>
                <a:sym typeface="+mn-ea"/>
              </a:rPr>
              <a:t>第一项贡献面向执行模型。传统线程级数据流粒度过粗，面对非规则程序时，调度循环难以高效流水。论文选择指令块作为新的执行单位，系统构建激活、同步和访存语义及其计算微架构，在数据流灵活性与硬件执行效率之间取得平衡。相关成果包括</a:t>
            </a:r>
            <a:r>
              <a:rPr lang="en-US" altLang="zh-CN" dirty="0" err="1">
                <a:effectLst/>
                <a:sym typeface="+mn-ea"/>
              </a:rPr>
              <a:t>Europar</a:t>
            </a:r>
            <a:r>
              <a:rPr lang="zh-CN" altLang="en-US" dirty="0">
                <a:effectLst/>
                <a:sym typeface="+mn-ea"/>
              </a:rPr>
              <a:t>、</a:t>
            </a:r>
            <a:r>
              <a:rPr lang="en-US" altLang="zh-CN" dirty="0">
                <a:effectLst/>
                <a:sym typeface="+mn-ea"/>
              </a:rPr>
              <a:t>APPT25</a:t>
            </a:r>
            <a:r>
              <a:rPr lang="zh-CN" altLang="en-US" dirty="0">
                <a:effectLst/>
                <a:sym typeface="+mn-ea"/>
              </a:rPr>
              <a:t>、</a:t>
            </a:r>
            <a:r>
              <a:rPr lang="en-US" altLang="zh-CN" dirty="0">
                <a:effectLst/>
                <a:sym typeface="+mn-ea"/>
              </a:rPr>
              <a:t>ISCA26</a:t>
            </a:r>
            <a:r>
              <a:rPr lang="zh-CN" altLang="en-US" dirty="0">
                <a:effectLst/>
                <a:sym typeface="+mn-ea"/>
              </a:rPr>
              <a:t>和授权专利</a:t>
            </a:r>
            <a:endParaRPr lang="en-US" altLang="zh-CN" dirty="0">
              <a:effectLst/>
              <a:sym typeface="+mn-ea"/>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a:effectLst/>
                <a:sym typeface="+mn-ea"/>
              </a:rPr>
              <a:t>第一项贡献面向执行模型。传统线程级数据流粒度过粗，面对非规则程序时，调度循环难以高效流水。论文选择指令块作为新的执行单位，系统构建激活、同步和访存语义及其计算微架构，在数据流灵活性与硬件执行效率之间取得平衡。相关成果包括</a:t>
            </a:r>
            <a:r>
              <a:rPr lang="en-US" altLang="zh-CN" dirty="0" err="1">
                <a:effectLst/>
                <a:sym typeface="+mn-ea"/>
              </a:rPr>
              <a:t>Europar</a:t>
            </a:r>
            <a:r>
              <a:rPr lang="zh-CN" altLang="en-US" dirty="0">
                <a:effectLst/>
                <a:sym typeface="+mn-ea"/>
              </a:rPr>
              <a:t>、</a:t>
            </a:r>
            <a:r>
              <a:rPr lang="en-US" altLang="zh-CN" dirty="0">
                <a:effectLst/>
                <a:sym typeface="+mn-ea"/>
              </a:rPr>
              <a:t>APPT25</a:t>
            </a:r>
            <a:r>
              <a:rPr lang="zh-CN" altLang="en-US" dirty="0">
                <a:effectLst/>
                <a:sym typeface="+mn-ea"/>
              </a:rPr>
              <a:t>、</a:t>
            </a:r>
            <a:r>
              <a:rPr lang="en-US" altLang="zh-CN" dirty="0">
                <a:effectLst/>
                <a:sym typeface="+mn-ea"/>
              </a:rPr>
              <a:t>ISCA26</a:t>
            </a:r>
            <a:r>
              <a:rPr lang="zh-CN" altLang="en-US" dirty="0">
                <a:effectLst/>
                <a:sym typeface="+mn-ea"/>
              </a:rPr>
              <a:t>和授权专利</a:t>
            </a:r>
            <a:endParaRPr lang="en-US" altLang="zh-CN" dirty="0">
              <a:effectLst/>
              <a:sym typeface="+mn-ea"/>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a:effectLst/>
                <a:sym typeface="+mn-ea"/>
              </a:rPr>
              <a:t>第一项贡献面向执行模型。传统线程级数据流粒度过粗，面对非规则程序时，调度循环难以高效流水。论文选择指令块作为新的执行单位，系统构建激活、同步和访存语义及其计算微架构，在数据流灵活性与硬件执行效率之间取得平衡。相关成果包括</a:t>
            </a:r>
            <a:r>
              <a:rPr lang="en-US" altLang="zh-CN" dirty="0" err="1">
                <a:effectLst/>
                <a:sym typeface="+mn-ea"/>
              </a:rPr>
              <a:t>Europar</a:t>
            </a:r>
            <a:r>
              <a:rPr lang="zh-CN" altLang="en-US" dirty="0">
                <a:effectLst/>
                <a:sym typeface="+mn-ea"/>
              </a:rPr>
              <a:t>、</a:t>
            </a:r>
            <a:r>
              <a:rPr lang="en-US" altLang="zh-CN" dirty="0">
                <a:effectLst/>
                <a:sym typeface="+mn-ea"/>
              </a:rPr>
              <a:t>APPT25</a:t>
            </a:r>
            <a:r>
              <a:rPr lang="zh-CN" altLang="en-US" dirty="0">
                <a:effectLst/>
                <a:sym typeface="+mn-ea"/>
              </a:rPr>
              <a:t>、</a:t>
            </a:r>
            <a:r>
              <a:rPr lang="en-US" altLang="zh-CN" dirty="0">
                <a:effectLst/>
                <a:sym typeface="+mn-ea"/>
              </a:rPr>
              <a:t>ISCA26</a:t>
            </a:r>
            <a:r>
              <a:rPr lang="zh-CN" altLang="en-US" dirty="0">
                <a:effectLst/>
                <a:sym typeface="+mn-ea"/>
              </a:rPr>
              <a:t>和授权专利</a:t>
            </a:r>
            <a:endParaRPr lang="en-US" altLang="zh-CN" dirty="0">
              <a:effectLst/>
              <a:sym typeface="+mn-ea"/>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a:effectLst/>
                <a:sym typeface="+mn-ea"/>
              </a:rPr>
              <a:t>第一项贡献面向执行模型。传统线程级数据流粒度过粗，面对非规则程序时，调度循环难以高效流水。论文选择指令块作为新的执行单位，系统构建激活、同步和访存语义及其计算微架构，在数据流灵活性与硬件执行效率之间取得平衡。相关成果包括</a:t>
            </a:r>
            <a:r>
              <a:rPr lang="en-US" altLang="zh-CN" dirty="0" err="1">
                <a:effectLst/>
                <a:sym typeface="+mn-ea"/>
              </a:rPr>
              <a:t>Europar</a:t>
            </a:r>
            <a:r>
              <a:rPr lang="zh-CN" altLang="en-US" dirty="0">
                <a:effectLst/>
                <a:sym typeface="+mn-ea"/>
              </a:rPr>
              <a:t>、</a:t>
            </a:r>
            <a:r>
              <a:rPr lang="en-US" altLang="zh-CN" dirty="0">
                <a:effectLst/>
                <a:sym typeface="+mn-ea"/>
              </a:rPr>
              <a:t>APPT25</a:t>
            </a:r>
            <a:r>
              <a:rPr lang="zh-CN" altLang="en-US" dirty="0">
                <a:effectLst/>
                <a:sym typeface="+mn-ea"/>
              </a:rPr>
              <a:t>、</a:t>
            </a:r>
            <a:r>
              <a:rPr lang="en-US" altLang="zh-CN" dirty="0">
                <a:effectLst/>
                <a:sym typeface="+mn-ea"/>
              </a:rPr>
              <a:t>ISCA26</a:t>
            </a:r>
            <a:r>
              <a:rPr lang="zh-CN" altLang="en-US" dirty="0">
                <a:effectLst/>
                <a:sym typeface="+mn-ea"/>
              </a:rPr>
              <a:t>和授权专利</a:t>
            </a:r>
            <a:endParaRPr lang="en-US" altLang="zh-CN" dirty="0">
              <a:effectLst/>
              <a:sym typeface="+mn-ea"/>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a:effectLst/>
                <a:sym typeface="+mn-ea"/>
              </a:rPr>
              <a:t>第一项贡献面向执行模型。传统线程级数据流粒度过粗，面对非规则程序时，调度循环难以高效流水。论文选择指令块作为新的执行单位，系统构建激活、同步和访存语义及其计算微架构，在数据流灵活性与硬件执行效率之间取得平衡。相关成果包括</a:t>
            </a:r>
            <a:r>
              <a:rPr lang="en-US" altLang="zh-CN" dirty="0" err="1">
                <a:effectLst/>
                <a:sym typeface="+mn-ea"/>
              </a:rPr>
              <a:t>Europar</a:t>
            </a:r>
            <a:r>
              <a:rPr lang="zh-CN" altLang="en-US" dirty="0">
                <a:effectLst/>
                <a:sym typeface="+mn-ea"/>
              </a:rPr>
              <a:t>、</a:t>
            </a:r>
            <a:r>
              <a:rPr lang="en-US" altLang="zh-CN" dirty="0">
                <a:effectLst/>
                <a:sym typeface="+mn-ea"/>
              </a:rPr>
              <a:t>APPT25</a:t>
            </a:r>
            <a:r>
              <a:rPr lang="zh-CN" altLang="en-US" dirty="0">
                <a:effectLst/>
                <a:sym typeface="+mn-ea"/>
              </a:rPr>
              <a:t>、</a:t>
            </a:r>
            <a:r>
              <a:rPr lang="en-US" altLang="zh-CN" dirty="0">
                <a:effectLst/>
                <a:sym typeface="+mn-ea"/>
              </a:rPr>
              <a:t>ISCA26</a:t>
            </a:r>
            <a:r>
              <a:rPr lang="zh-CN" altLang="en-US" dirty="0">
                <a:effectLst/>
                <a:sym typeface="+mn-ea"/>
              </a:rPr>
              <a:t>和授权专利</a:t>
            </a:r>
            <a:endParaRPr lang="en-US" altLang="zh-CN" dirty="0">
              <a:effectLst/>
              <a:sym typeface="+mn-ea"/>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3919" y="2131188"/>
            <a:ext cx="10364534" cy="1469071"/>
          </a:xfrm>
        </p:spPr>
        <p:txBody>
          <a:body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829690" y="3886752"/>
            <a:ext cx="8532991" cy="1752381"/>
          </a:xfrm>
        </p:spPr>
        <p:txBody>
          <a:bodyPr/>
          <a:lstStyle>
            <a:lvl1pPr marL="0" indent="0" algn="ctr">
              <a:buNone/>
              <a:defRPr/>
            </a:lvl1pPr>
            <a:lvl2pPr marL="458470" indent="0" algn="ctr">
              <a:buNone/>
              <a:defRPr/>
            </a:lvl2pPr>
            <a:lvl3pPr marL="916940" indent="0" algn="ctr">
              <a:buNone/>
              <a:defRPr/>
            </a:lvl3pPr>
            <a:lvl4pPr marL="1375410" indent="0" algn="ctr">
              <a:buNone/>
              <a:defRPr/>
            </a:lvl4pPr>
            <a:lvl5pPr marL="1833245" indent="0" algn="ctr">
              <a:buNone/>
              <a:defRPr/>
            </a:lvl5pPr>
            <a:lvl6pPr marL="2291715" indent="0" algn="ctr">
              <a:buNone/>
              <a:defRPr/>
            </a:lvl6pPr>
            <a:lvl7pPr marL="2750185" indent="0" algn="ctr">
              <a:buNone/>
              <a:defRPr/>
            </a:lvl7pPr>
            <a:lvl8pPr marL="3208655" indent="0" algn="ctr">
              <a:buNone/>
              <a:defRPr/>
            </a:lvl8pPr>
            <a:lvl9pPr marL="3667125" indent="0" algn="ctr">
              <a:buNone/>
              <a:defRPr/>
            </a:lvl9pPr>
          </a:lstStyle>
          <a:p>
            <a:pPr fontAlgn="base"/>
            <a:r>
              <a:rPr lang="zh-CN" altLang="en-US" strike="noStrike" noProof="1"/>
              <a:t>单击此处编辑母版副标题样式</a:t>
            </a:r>
            <a:endParaRPr lang="zh-CN" altLang="en-US" strike="noStrike" noProof="1"/>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970" y="4407214"/>
            <a:ext cx="10362681" cy="1362432"/>
          </a:xfrm>
        </p:spPr>
        <p:txBody>
          <a:bodyPr/>
          <a:lstStyle>
            <a:lvl1pPr algn="l">
              <a:defRPr sz="4010" b="1" cap="all"/>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963970" y="2906310"/>
            <a:ext cx="10362681" cy="1500904"/>
          </a:xfrm>
        </p:spPr>
        <p:txBody>
          <a:bodyPr anchor="b"/>
          <a:lstStyle>
            <a:lvl1pPr marL="0" indent="0">
              <a:buNone/>
              <a:defRPr sz="2005"/>
            </a:lvl1pPr>
            <a:lvl2pPr marL="458470" indent="0">
              <a:buNone/>
              <a:defRPr sz="1805"/>
            </a:lvl2pPr>
            <a:lvl3pPr marL="916940" indent="0">
              <a:buNone/>
              <a:defRPr sz="1605"/>
            </a:lvl3pPr>
            <a:lvl4pPr marL="1375410" indent="0">
              <a:buNone/>
              <a:defRPr sz="1405"/>
            </a:lvl4pPr>
            <a:lvl5pPr marL="1833245" indent="0">
              <a:buNone/>
              <a:defRPr sz="1405"/>
            </a:lvl5pPr>
            <a:lvl6pPr marL="2291715" indent="0">
              <a:buNone/>
              <a:defRPr sz="1405"/>
            </a:lvl6pPr>
            <a:lvl7pPr marL="2750185" indent="0">
              <a:buNone/>
              <a:defRPr sz="1405"/>
            </a:lvl7pPr>
            <a:lvl8pPr marL="3208655" indent="0">
              <a:buNone/>
              <a:defRPr sz="1405"/>
            </a:lvl8pPr>
            <a:lvl9pPr marL="3667125" indent="0">
              <a:buNone/>
              <a:defRPr sz="1405"/>
            </a:lvl9pPr>
          </a:lstStyle>
          <a:p>
            <a:pPr lvl="0" fontAlgn="base"/>
            <a:r>
              <a:rPr lang="zh-CN" altLang="en-US" strike="noStrike" noProof="1"/>
              <a:t>单击此处编辑母版文本样式</a:t>
            </a:r>
            <a:endParaRPr lang="zh-CN" altLang="en-US" strike="noStrike" noProof="1"/>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609897" y="1811271"/>
            <a:ext cx="5396379" cy="4141412"/>
          </a:xfrm>
        </p:spPr>
        <p:txBody>
          <a:bodyPr/>
          <a:lstStyle>
            <a:lvl1pPr>
              <a:defRPr sz="2805"/>
            </a:lvl1pPr>
            <a:lvl2pPr>
              <a:defRPr sz="2405"/>
            </a:lvl2pPr>
            <a:lvl3pPr>
              <a:defRPr sz="2005"/>
            </a:lvl3pPr>
            <a:lvl4pPr>
              <a:defRPr sz="1805"/>
            </a:lvl4pPr>
            <a:lvl5pPr>
              <a:defRPr sz="1805"/>
            </a:lvl5pPr>
            <a:lvl6pPr>
              <a:defRPr sz="1805"/>
            </a:lvl6pPr>
            <a:lvl7pPr>
              <a:defRPr sz="1805"/>
            </a:lvl7pPr>
            <a:lvl8pPr>
              <a:defRPr sz="1805"/>
            </a:lvl8pPr>
            <a:lvl9pPr>
              <a:defRPr sz="1805"/>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6184240" y="1811271"/>
            <a:ext cx="5398234" cy="4141412"/>
          </a:xfrm>
        </p:spPr>
        <p:txBody>
          <a:bodyPr/>
          <a:lstStyle>
            <a:lvl1pPr>
              <a:defRPr sz="2805"/>
            </a:lvl1pPr>
            <a:lvl2pPr>
              <a:defRPr sz="2405"/>
            </a:lvl2pPr>
            <a:lvl3pPr>
              <a:defRPr sz="2005"/>
            </a:lvl3pPr>
            <a:lvl4pPr>
              <a:defRPr sz="1805"/>
            </a:lvl4pPr>
            <a:lvl5pPr>
              <a:defRPr sz="1805"/>
            </a:lvl5pPr>
            <a:lvl6pPr>
              <a:defRPr sz="1805"/>
            </a:lvl6pPr>
            <a:lvl7pPr>
              <a:defRPr sz="1805"/>
            </a:lvl7pPr>
            <a:lvl8pPr>
              <a:defRPr sz="1805"/>
            </a:lvl8pPr>
            <a:lvl9pPr>
              <a:defRPr sz="1805"/>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897" y="275352"/>
            <a:ext cx="10972577" cy="1142788"/>
          </a:xfrm>
        </p:spPr>
        <p:txBody>
          <a:bodyPr/>
          <a:lstStyle>
            <a:lvl1pPr>
              <a:defRPr/>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609897" y="1535920"/>
            <a:ext cx="5387111" cy="639834"/>
          </a:xfrm>
        </p:spPr>
        <p:txBody>
          <a:bodyPr anchor="b"/>
          <a:lstStyle>
            <a:lvl1pPr marL="0" indent="0">
              <a:buNone/>
              <a:defRPr sz="2405" b="1"/>
            </a:lvl1pPr>
            <a:lvl2pPr marL="458470" indent="0">
              <a:buNone/>
              <a:defRPr sz="2005" b="1"/>
            </a:lvl2pPr>
            <a:lvl3pPr marL="916940" indent="0">
              <a:buNone/>
              <a:defRPr sz="1805" b="1"/>
            </a:lvl3pPr>
            <a:lvl4pPr marL="1375410" indent="0">
              <a:buNone/>
              <a:defRPr sz="1605" b="1"/>
            </a:lvl4pPr>
            <a:lvl5pPr marL="1833245" indent="0">
              <a:buNone/>
              <a:defRPr sz="1605" b="1"/>
            </a:lvl5pPr>
            <a:lvl6pPr marL="2291715" indent="0">
              <a:buNone/>
              <a:defRPr sz="1605" b="1"/>
            </a:lvl6pPr>
            <a:lvl7pPr marL="2750185" indent="0">
              <a:buNone/>
              <a:defRPr sz="1605" b="1"/>
            </a:lvl7pPr>
            <a:lvl8pPr marL="3208655" indent="0">
              <a:buNone/>
              <a:defRPr sz="1605" b="1"/>
            </a:lvl8pPr>
            <a:lvl9pPr marL="3667125" indent="0">
              <a:buNone/>
              <a:defRPr sz="1605" b="1"/>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609897" y="2175754"/>
            <a:ext cx="5387111" cy="3950417"/>
          </a:xfrm>
        </p:spPr>
        <p:txBody>
          <a:bodyPr/>
          <a:lstStyle>
            <a:lvl1pPr>
              <a:defRPr sz="2405"/>
            </a:lvl1pPr>
            <a:lvl2pPr>
              <a:defRPr sz="2005"/>
            </a:lvl2pPr>
            <a:lvl3pPr>
              <a:defRPr sz="1805"/>
            </a:lvl3pPr>
            <a:lvl4pPr>
              <a:defRPr sz="1605"/>
            </a:lvl4pPr>
            <a:lvl5pPr>
              <a:defRPr sz="1605"/>
            </a:lvl5pPr>
            <a:lvl6pPr>
              <a:defRPr sz="1605"/>
            </a:lvl6pPr>
            <a:lvl7pPr>
              <a:defRPr sz="1605"/>
            </a:lvl7pPr>
            <a:lvl8pPr>
              <a:defRPr sz="1605"/>
            </a:lvl8pPr>
            <a:lvl9pPr>
              <a:defRPr sz="1605"/>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6193510" y="1535920"/>
            <a:ext cx="5388964" cy="639834"/>
          </a:xfrm>
        </p:spPr>
        <p:txBody>
          <a:bodyPr anchor="b"/>
          <a:lstStyle>
            <a:lvl1pPr marL="0" indent="0">
              <a:buNone/>
              <a:defRPr sz="2405" b="1"/>
            </a:lvl1pPr>
            <a:lvl2pPr marL="458470" indent="0">
              <a:buNone/>
              <a:defRPr sz="2005" b="1"/>
            </a:lvl2pPr>
            <a:lvl3pPr marL="916940" indent="0">
              <a:buNone/>
              <a:defRPr sz="1805" b="1"/>
            </a:lvl3pPr>
            <a:lvl4pPr marL="1375410" indent="0">
              <a:buNone/>
              <a:defRPr sz="1605" b="1"/>
            </a:lvl4pPr>
            <a:lvl5pPr marL="1833245" indent="0">
              <a:buNone/>
              <a:defRPr sz="1605" b="1"/>
            </a:lvl5pPr>
            <a:lvl6pPr marL="2291715" indent="0">
              <a:buNone/>
              <a:defRPr sz="1605" b="1"/>
            </a:lvl6pPr>
            <a:lvl7pPr marL="2750185" indent="0">
              <a:buNone/>
              <a:defRPr sz="1605" b="1"/>
            </a:lvl7pPr>
            <a:lvl8pPr marL="3208655" indent="0">
              <a:buNone/>
              <a:defRPr sz="1605" b="1"/>
            </a:lvl8pPr>
            <a:lvl9pPr marL="3667125" indent="0">
              <a:buNone/>
              <a:defRPr sz="1605" b="1"/>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6193510" y="2175754"/>
            <a:ext cx="5388964" cy="3950417"/>
          </a:xfrm>
        </p:spPr>
        <p:txBody>
          <a:bodyPr/>
          <a:lstStyle>
            <a:lvl1pPr>
              <a:defRPr sz="2405"/>
            </a:lvl1pPr>
            <a:lvl2pPr>
              <a:defRPr sz="2005"/>
            </a:lvl2pPr>
            <a:lvl3pPr>
              <a:defRPr sz="1805"/>
            </a:lvl3pPr>
            <a:lvl4pPr>
              <a:defRPr sz="1605"/>
            </a:lvl4pPr>
            <a:lvl5pPr>
              <a:defRPr sz="1605"/>
            </a:lvl5pPr>
            <a:lvl6pPr>
              <a:defRPr sz="1605"/>
            </a:lvl6pPr>
            <a:lvl7pPr>
              <a:defRPr sz="1605"/>
            </a:lvl7pPr>
            <a:lvl8pPr>
              <a:defRPr sz="1605"/>
            </a:lvl8pPr>
            <a:lvl9pPr>
              <a:defRPr sz="1605"/>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897" y="273760"/>
            <a:ext cx="4011600" cy="1161887"/>
          </a:xfrm>
        </p:spPr>
        <p:txBody>
          <a:bodyPr anchor="b"/>
          <a:lstStyle>
            <a:lvl1pPr algn="l">
              <a:defRPr sz="2005" b="1"/>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4766092" y="273760"/>
            <a:ext cx="6816382" cy="5852411"/>
          </a:xfrm>
        </p:spPr>
        <p:txBody>
          <a:bodyPr/>
          <a:lstStyle>
            <a:lvl1pPr>
              <a:defRPr sz="3210"/>
            </a:lvl1pPr>
            <a:lvl2pPr>
              <a:defRPr sz="2805"/>
            </a:lvl2pPr>
            <a:lvl3pPr>
              <a:defRPr sz="2405"/>
            </a:lvl3pPr>
            <a:lvl4pPr>
              <a:defRPr sz="2005"/>
            </a:lvl4pPr>
            <a:lvl5pPr>
              <a:defRPr sz="2005"/>
            </a:lvl5pPr>
            <a:lvl6pPr>
              <a:defRPr sz="2005"/>
            </a:lvl6pPr>
            <a:lvl7pPr>
              <a:defRPr sz="2005"/>
            </a:lvl7pPr>
            <a:lvl8pPr>
              <a:defRPr sz="2005"/>
            </a:lvl8pPr>
            <a:lvl9pPr>
              <a:defRPr sz="2005"/>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609897" y="1435647"/>
            <a:ext cx="4011600" cy="4690524"/>
          </a:xfrm>
        </p:spPr>
        <p:txBody>
          <a:bodyPr/>
          <a:lstStyle>
            <a:lvl1pPr marL="0" indent="0">
              <a:buNone/>
              <a:defRPr sz="1405"/>
            </a:lvl1pPr>
            <a:lvl2pPr marL="458470" indent="0">
              <a:buNone/>
              <a:defRPr sz="1205"/>
            </a:lvl2pPr>
            <a:lvl3pPr marL="916940" indent="0">
              <a:buNone/>
              <a:defRPr sz="1005"/>
            </a:lvl3pPr>
            <a:lvl4pPr marL="1375410" indent="0">
              <a:buNone/>
              <a:defRPr sz="900"/>
            </a:lvl4pPr>
            <a:lvl5pPr marL="1833245" indent="0">
              <a:buNone/>
              <a:defRPr sz="900"/>
            </a:lvl5pPr>
            <a:lvl6pPr marL="2291715" indent="0">
              <a:buNone/>
              <a:defRPr sz="900"/>
            </a:lvl6pPr>
            <a:lvl7pPr marL="2750185" indent="0">
              <a:buNone/>
              <a:defRPr sz="900"/>
            </a:lvl7pPr>
            <a:lvl8pPr marL="3208655" indent="0">
              <a:buNone/>
              <a:defRPr sz="900"/>
            </a:lvl8pPr>
            <a:lvl9pPr marL="3667125" indent="0">
              <a:buNone/>
              <a:defRPr sz="900"/>
            </a:lvl9pPr>
          </a:lstStyle>
          <a:p>
            <a:pPr lvl="0" fontAlgn="base"/>
            <a:r>
              <a:rPr lang="zh-CN" altLang="en-US" strike="noStrike" noProof="1"/>
              <a:t>单击此处编辑母版文本样式</a:t>
            </a:r>
            <a:endParaRPr lang="zh-CN" altLang="en-US" strike="noStrike" noProof="1"/>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535" y="4800345"/>
            <a:ext cx="7315052" cy="566619"/>
          </a:xfrm>
        </p:spPr>
        <p:txBody>
          <a:bodyPr anchor="b"/>
          <a:lstStyle>
            <a:lvl1pPr algn="l">
              <a:defRPr sz="2005" b="1"/>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2389535" y="612777"/>
            <a:ext cx="7315052" cy="4114354"/>
          </a:xfrm>
        </p:spPr>
        <p:txBody>
          <a:bodyPr vert="horz" wrap="square" lIns="91440" tIns="45720" rIns="91440" bIns="45720" numCol="1" anchor="t" anchorCtr="0" compatLnSpc="1"/>
          <a:lstStyle>
            <a:lvl1pPr marL="0" indent="0">
              <a:buNone/>
              <a:defRPr sz="3210"/>
            </a:lvl1pPr>
            <a:lvl2pPr marL="458470" indent="0">
              <a:buNone/>
              <a:defRPr sz="2805"/>
            </a:lvl2pPr>
            <a:lvl3pPr marL="916940" indent="0">
              <a:buNone/>
              <a:defRPr sz="2405"/>
            </a:lvl3pPr>
            <a:lvl4pPr marL="1375410" indent="0">
              <a:buNone/>
              <a:defRPr sz="2005"/>
            </a:lvl4pPr>
            <a:lvl5pPr marL="1833245" indent="0">
              <a:buNone/>
              <a:defRPr sz="2005"/>
            </a:lvl5pPr>
            <a:lvl6pPr marL="2291715" indent="0">
              <a:buNone/>
              <a:defRPr sz="2005"/>
            </a:lvl6pPr>
            <a:lvl7pPr marL="2750185" indent="0">
              <a:buNone/>
              <a:defRPr sz="2005"/>
            </a:lvl7pPr>
            <a:lvl8pPr marL="3208655" indent="0">
              <a:buNone/>
              <a:defRPr sz="2005"/>
            </a:lvl8pPr>
            <a:lvl9pPr marL="3667125" indent="0">
              <a:buNone/>
              <a:defRPr sz="2005"/>
            </a:lvl9pPr>
          </a:lstStyle>
          <a:p>
            <a:pPr marL="0" marR="0" lvl="0" indent="0" algn="l" defTabSz="914400" rtl="0" eaLnBrk="0" fontAlgn="base" latinLnBrk="0" hangingPunct="0">
              <a:lnSpc>
                <a:spcPct val="100000"/>
              </a:lnSpc>
              <a:spcBef>
                <a:spcPct val="20000"/>
              </a:spcBef>
              <a:spcAft>
                <a:spcPct val="0"/>
              </a:spcAft>
              <a:buClr>
                <a:schemeClr val="accent1"/>
              </a:buClr>
              <a:buSzPct val="65000"/>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2389535" y="5366964"/>
            <a:ext cx="7315052" cy="805363"/>
          </a:xfrm>
        </p:spPr>
        <p:txBody>
          <a:bodyPr/>
          <a:lstStyle>
            <a:lvl1pPr marL="0" indent="0">
              <a:buNone/>
              <a:defRPr sz="1405"/>
            </a:lvl1pPr>
            <a:lvl2pPr marL="458470" indent="0">
              <a:buNone/>
              <a:defRPr sz="1205"/>
            </a:lvl2pPr>
            <a:lvl3pPr marL="916940" indent="0">
              <a:buNone/>
              <a:defRPr sz="1005"/>
            </a:lvl3pPr>
            <a:lvl4pPr marL="1375410" indent="0">
              <a:buNone/>
              <a:defRPr sz="900"/>
            </a:lvl4pPr>
            <a:lvl5pPr marL="1833245" indent="0">
              <a:buNone/>
              <a:defRPr sz="900"/>
            </a:lvl5pPr>
            <a:lvl6pPr marL="2291715" indent="0">
              <a:buNone/>
              <a:defRPr sz="900"/>
            </a:lvl6pPr>
            <a:lvl7pPr marL="2750185" indent="0">
              <a:buNone/>
              <a:defRPr sz="900"/>
            </a:lvl7pPr>
            <a:lvl8pPr marL="3208655" indent="0">
              <a:buNone/>
              <a:defRPr sz="900"/>
            </a:lvl8pPr>
            <a:lvl9pPr marL="3667125" indent="0">
              <a:buNone/>
              <a:defRPr sz="900"/>
            </a:lvl9pPr>
          </a:lstStyle>
          <a:p>
            <a:pPr lvl="0" fontAlgn="base"/>
            <a:r>
              <a:rPr lang="zh-CN" altLang="en-US" strike="noStrike" noProof="1"/>
              <a:t>单击此处编辑母版文本样式</a:t>
            </a:r>
            <a:endParaRPr lang="zh-CN" altLang="en-US" strike="noStrike" noProof="1"/>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51843" y="908819"/>
            <a:ext cx="2745461" cy="5043864"/>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609897" y="908819"/>
            <a:ext cx="8063982" cy="5043864"/>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09897" y="908819"/>
            <a:ext cx="10987407" cy="504386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1_空白">
    <p:bg>
      <p:bgPr>
        <a:solidFill>
          <a:schemeClr val="bg1"/>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978801" y="6372872"/>
            <a:ext cx="3203348" cy="366074"/>
          </a:xfrm>
        </p:spPr>
        <p:txBody>
          <a:bodyPr/>
          <a:lstStyle/>
          <a:p>
            <a:pPr fontAlgn="base"/>
            <a:endParaRPr lang="zh-CN" altLang="en-US" strike="noStrike" noProof="1"/>
          </a:p>
        </p:txBody>
      </p:sp>
      <p:sp>
        <p:nvSpPr>
          <p:cNvPr id="3" name="页脚占位符 2"/>
          <p:cNvSpPr>
            <a:spLocks noGrp="1"/>
          </p:cNvSpPr>
          <p:nvPr>
            <p:ph type="ftr" sz="quarter" idx="11"/>
          </p:nvPr>
        </p:nvSpPr>
        <p:spPr>
          <a:xfrm>
            <a:off x="4716039" y="6372872"/>
            <a:ext cx="4805021" cy="366074"/>
          </a:xfrm>
        </p:spPr>
        <p:txBody>
          <a:bodyPr/>
          <a:lstStyle/>
          <a:p>
            <a:pPr fontAlgn="base"/>
            <a:endParaRPr lang="zh-CN" altLang="en-US" strike="noStrike" noProof="1"/>
          </a:p>
        </p:txBody>
      </p:sp>
      <p:sp>
        <p:nvSpPr>
          <p:cNvPr id="4" name="灯片编号占位符 3"/>
          <p:cNvSpPr>
            <a:spLocks noGrp="1"/>
          </p:cNvSpPr>
          <p:nvPr>
            <p:ph type="sldNum" sz="quarter" idx="12"/>
          </p:nvPr>
        </p:nvSpPr>
        <p:spPr>
          <a:xfrm>
            <a:off x="10054952" y="6372872"/>
            <a:ext cx="3203348" cy="366074"/>
          </a:xfrm>
        </p:spPr>
        <p:txBody>
          <a:bodyPr/>
          <a:lstStyle/>
          <a:p>
            <a:pPr fontAlgn="base"/>
            <a:fld id="{7D9BB5D0-35E4-459D-AEF3-FE4D7C45CC19}" type="slidenum">
              <a:rPr lang="zh-CN" altLang="en-US" strike="noStrike" noProof="1" smtClean="0">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524000" y="1854199"/>
            <a:ext cx="9144000" cy="1655763"/>
          </a:xfrm>
        </p:spPr>
        <p:txBody>
          <a:bodyPr anchor="b">
            <a:normAutofit/>
          </a:bodyPr>
          <a:lstStyle>
            <a:lvl1pPr algn="ctr">
              <a:defRPr sz="7200" b="0"/>
            </a:lvl1pPr>
          </a:lstStyle>
          <a:p>
            <a:r>
              <a:rPr lang="zh-CN" altLang="en-US" dirty="0"/>
              <a:t>单击此处编辑标题</a:t>
            </a:r>
            <a:endParaRPr lang="zh-CN" altLang="en-US" dirty="0"/>
          </a:p>
        </p:txBody>
      </p:sp>
      <p:sp>
        <p:nvSpPr>
          <p:cNvPr id="3" name="副标题 2"/>
          <p:cNvSpPr>
            <a:spLocks noGrp="1"/>
          </p:cNvSpPr>
          <p:nvPr>
            <p:ph type="subTitle" idx="1"/>
          </p:nvPr>
        </p:nvSpPr>
        <p:spPr>
          <a:xfrm>
            <a:off x="1524000" y="3602038"/>
            <a:ext cx="9144000" cy="1655762"/>
          </a:xfrm>
        </p:spPr>
        <p:txBody>
          <a:bodyPr>
            <a:normAutofit/>
          </a:bodyPr>
          <a:lstStyle>
            <a:lvl1pPr marL="0" indent="0" algn="ct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dirty="0"/>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nchor="ctr" anchorCtr="0"/>
          <a:lstStyle/>
          <a:p>
            <a:r>
              <a:rPr lang="zh-CN" altLang="en-US" dirty="0"/>
              <a:t>单击此处编辑母版标题样式</a:t>
            </a:r>
            <a:endParaRPr lang="zh-CN" altLang="en-US" dirty="0"/>
          </a:p>
        </p:txBody>
      </p:sp>
      <p:sp>
        <p:nvSpPr>
          <p:cNvPr id="3" name="内容占位符 2"/>
          <p:cNvSpPr>
            <a:spLocks noGrp="1"/>
          </p:cNvSpPr>
          <p:nvPr>
            <p:ph idx="1"/>
          </p:nvPr>
        </p:nvSpPr>
        <p:spPr/>
        <p:txBody>
          <a:bodyPr/>
          <a:lstStyle>
            <a:lvl1pPr>
              <a:defRPr sz="2400"/>
            </a:lvl1pPr>
            <a:lvl2pPr>
              <a:defRPr sz="2000"/>
            </a:lvl2pPr>
            <a:lvl3pPr>
              <a:defRPr sz="1800"/>
            </a:lvl3pPr>
            <a:lvl4pPr>
              <a:defRPr sz="1800"/>
            </a:lvl4pPr>
            <a:lvl5pPr>
              <a:defRPr sz="18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dirty="0"/>
          </a:p>
        </p:txBody>
      </p:sp>
      <p:sp>
        <p:nvSpPr>
          <p:cNvPr id="5" name="页脚占位符 4"/>
          <p:cNvSpPr>
            <a:spLocks noGrp="1"/>
          </p:cNvSpPr>
          <p:nvPr>
            <p:ph type="ftr" sz="quarter" idx="11"/>
          </p:nvPr>
        </p:nvSpPr>
        <p:spPr/>
        <p:txBody>
          <a:bodyPr/>
          <a:lstStyle/>
          <a:p>
            <a:endParaRPr lang="zh-CN" altLang="en-US" dirty="0"/>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节标题">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20DD7636-5BE1-44BC-BB5F-15739D9E18E1}"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E87C0E1D-24C4-406F-9615-DBDA8D2D1F93}" type="slidenum">
              <a:rPr lang="zh-CN" altLang="en-US" smtClean="0"/>
            </a:fld>
            <a:endParaRPr lang="zh-CN" altLang="en-US"/>
          </a:p>
        </p:txBody>
      </p:sp>
      <p:sp>
        <p:nvSpPr>
          <p:cNvPr id="5" name="标题 4"/>
          <p:cNvSpPr>
            <a:spLocks noGrp="1"/>
          </p:cNvSpPr>
          <p:nvPr>
            <p:ph type="title" hasCustomPrompt="1"/>
          </p:nvPr>
        </p:nvSpPr>
        <p:spPr>
          <a:xfrm>
            <a:off x="838200" y="2187443"/>
            <a:ext cx="10515600" cy="2483115"/>
          </a:xfrm>
        </p:spPr>
        <p:txBody>
          <a:bodyPr>
            <a:normAutofit/>
          </a:bodyPr>
          <a:lstStyle>
            <a:lvl1pPr algn="ctr">
              <a:defRPr sz="6000" b="0"/>
            </a:lvl1pPr>
          </a:lstStyle>
          <a:p>
            <a:r>
              <a:rPr lang="zh-CN" altLang="en-US" dirty="0"/>
              <a:t>单击此处编辑标题</a:t>
            </a:r>
            <a:endParaRPr lang="zh-CN" alt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nchor="ctr" anchorCtr="0"/>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内容占位符 3"/>
          <p:cNvSpPr>
            <a:spLocks noGrp="1"/>
          </p:cNvSpPr>
          <p:nvPr>
            <p:ph sz="half" idx="2"/>
          </p:nvPr>
        </p:nvSpPr>
        <p:spPr>
          <a:xfrm>
            <a:off x="6172200" y="1825625"/>
            <a:ext cx="5181600" cy="4351338"/>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nchor="ctr" anchorCtr="0"/>
          <a:lstStyle/>
          <a:p>
            <a:r>
              <a:rPr lang="zh-CN" altLang="en-US"/>
              <a:t>单击此处编辑母版标题样式</a:t>
            </a:r>
            <a:endParaRPr lang="zh-CN" altLang="en-US"/>
          </a:p>
        </p:txBody>
      </p:sp>
      <p:sp>
        <p:nvSpPr>
          <p:cNvPr id="3" name="文本占位符 2"/>
          <p:cNvSpPr>
            <a:spLocks noGrp="1"/>
          </p:cNvSpPr>
          <p:nvPr>
            <p:ph type="body" idx="1"/>
          </p:nvPr>
        </p:nvSpPr>
        <p:spPr>
          <a:xfrm>
            <a:off x="839788" y="1744961"/>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4" name="内容占位符 3"/>
          <p:cNvSpPr>
            <a:spLocks noGrp="1"/>
          </p:cNvSpPr>
          <p:nvPr>
            <p:ph sz="half" idx="2"/>
          </p:nvPr>
        </p:nvSpPr>
        <p:spPr>
          <a:xfrm>
            <a:off x="839788" y="2615609"/>
            <a:ext cx="5157787" cy="3574054"/>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文本占位符 4"/>
          <p:cNvSpPr>
            <a:spLocks noGrp="1"/>
          </p:cNvSpPr>
          <p:nvPr>
            <p:ph type="body" sz="quarter" idx="3"/>
          </p:nvPr>
        </p:nvSpPr>
        <p:spPr>
          <a:xfrm>
            <a:off x="6172200" y="1744961"/>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6" name="内容占位符 5"/>
          <p:cNvSpPr>
            <a:spLocks noGrp="1"/>
          </p:cNvSpPr>
          <p:nvPr>
            <p:ph sz="quarter" idx="4"/>
          </p:nvPr>
        </p:nvSpPr>
        <p:spPr>
          <a:xfrm>
            <a:off x="6172200" y="2615609"/>
            <a:ext cx="5183188" cy="3574054"/>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7" name="日期占位符 6"/>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仅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3238500" y="2159000"/>
            <a:ext cx="5715000" cy="1382450"/>
          </a:xfrm>
        </p:spPr>
        <p:txBody>
          <a:bodyPr anchor="b" anchorCtr="0">
            <a:normAutofit/>
          </a:bodyPr>
          <a:lstStyle>
            <a:lvl1pPr algn="ctr">
              <a:defRPr sz="8000" b="0">
                <a:solidFill>
                  <a:schemeClr val="tx1"/>
                </a:solidFill>
              </a:defRPr>
            </a:lvl1pPr>
          </a:lstStyle>
          <a:p>
            <a:r>
              <a:rPr lang="zh-CN" altLang="en-US" dirty="0"/>
              <a:t>编辑标题</a:t>
            </a:r>
            <a:endParaRPr lang="zh-CN" altLang="en-US" dirty="0"/>
          </a:p>
        </p:txBody>
      </p:sp>
      <p:sp>
        <p:nvSpPr>
          <p:cNvPr id="3" name="日期占位符 2"/>
          <p:cNvSpPr>
            <a:spLocks noGrp="1"/>
          </p:cNvSpPr>
          <p:nvPr>
            <p:ph type="dt" sz="half" idx="10"/>
          </p:nvPr>
        </p:nvSpPr>
        <p:spPr/>
        <p:txBody>
          <a:bodyPr/>
          <a:lstStyle/>
          <a:p>
            <a:fld id="{20DD7636-5BE1-44BC-BB5F-15739D9E18E1}"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87C0E1D-24C4-406F-9615-DBDA8D2D1F93}" type="slidenum">
              <a:rPr lang="zh-CN" altLang="en-US" smtClean="0"/>
            </a:fld>
            <a:endParaRPr lang="zh-CN" altLang="en-US"/>
          </a:p>
        </p:txBody>
      </p:sp>
      <p:sp>
        <p:nvSpPr>
          <p:cNvPr id="37" name="内容占位符 36"/>
          <p:cNvSpPr>
            <a:spLocks noGrp="1"/>
          </p:cNvSpPr>
          <p:nvPr>
            <p:ph sz="quarter" idx="13" hasCustomPrompt="1"/>
          </p:nvPr>
        </p:nvSpPr>
        <p:spPr>
          <a:xfrm>
            <a:off x="3238500" y="3733201"/>
            <a:ext cx="5715000" cy="1185937"/>
          </a:xfrm>
        </p:spPr>
        <p:txBody>
          <a:bodyPr>
            <a:normAutofit/>
          </a:bodyPr>
          <a:lstStyle>
            <a:lvl1pPr marL="0" indent="0" algn="ctr">
              <a:buNone/>
              <a:defRPr sz="3200">
                <a:solidFill>
                  <a:schemeClr val="tx1"/>
                </a:solidFill>
              </a:defRPr>
            </a:lvl1pPr>
          </a:lstStyle>
          <a:p>
            <a:pPr lvl="0"/>
            <a:r>
              <a:rPr lang="zh-CN" altLang="en-US" dirty="0"/>
              <a:t>编辑文本</a:t>
            </a:r>
            <a:endParaRPr lang="zh-CN" alt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838200" y="713673"/>
            <a:ext cx="4681654" cy="1428161"/>
          </a:xfrm>
        </p:spPr>
        <p:txBody>
          <a:bodyPr anchor="t" anchorCtr="0">
            <a:normAutofit/>
          </a:bodyPr>
          <a:lstStyle>
            <a:lvl1pPr>
              <a:defRPr sz="3600"/>
            </a:lvl1pPr>
          </a:lstStyle>
          <a:p>
            <a:r>
              <a:rPr lang="zh-CN" altLang="en-US" dirty="0"/>
              <a:t>单击此处编辑标题</a:t>
            </a:r>
            <a:endParaRPr lang="zh-CN" altLang="en-US" dirty="0"/>
          </a:p>
        </p:txBody>
      </p:sp>
      <p:sp>
        <p:nvSpPr>
          <p:cNvPr id="3" name="图片占位符 2"/>
          <p:cNvSpPr>
            <a:spLocks noGrp="1" noChangeAspect="1"/>
          </p:cNvSpPr>
          <p:nvPr>
            <p:ph type="pic" idx="1"/>
          </p:nvPr>
        </p:nvSpPr>
        <p:spPr>
          <a:xfrm>
            <a:off x="5642517" y="713673"/>
            <a:ext cx="5711882" cy="54036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dirty="0"/>
          </a:p>
        </p:txBody>
      </p:sp>
      <p:sp>
        <p:nvSpPr>
          <p:cNvPr id="4" name="文本占位符 3"/>
          <p:cNvSpPr>
            <a:spLocks noGrp="1"/>
          </p:cNvSpPr>
          <p:nvPr>
            <p:ph type="body" sz="half" idx="2"/>
          </p:nvPr>
        </p:nvSpPr>
        <p:spPr>
          <a:xfrm>
            <a:off x="838200" y="2313873"/>
            <a:ext cx="4681654" cy="3811588"/>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a:t>单击此处编辑母版文本样式</a:t>
            </a:r>
            <a:endParaRPr lang="zh-CN" altLang="en-US" dirty="0"/>
          </a:p>
        </p:txBody>
      </p:sp>
      <p:sp>
        <p:nvSpPr>
          <p:cNvPr id="5" name="日期占位符 4"/>
          <p:cNvSpPr>
            <a:spLocks noGrp="1"/>
          </p:cNvSpPr>
          <p:nvPr>
            <p:ph type="dt" sz="half" idx="10"/>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nvPr>
        </p:nvSpPr>
        <p:spPr/>
        <p:txBody>
          <a:bodyPr/>
          <a:lstStyle/>
          <a:p>
            <a:endParaRPr lang="zh-CN" altLang="en-US" dirty="0"/>
          </a:p>
        </p:txBody>
      </p:sp>
      <p:sp>
        <p:nvSpPr>
          <p:cNvPr id="7" name="灯片编号占位符 6"/>
          <p:cNvSpPr>
            <a:spLocks noGrp="1"/>
          </p:cNvSpPr>
          <p:nvPr>
            <p:ph type="sldNum" sz="quarter" idx="12"/>
          </p:nvPr>
        </p:nvSpPr>
        <p:spPr/>
        <p:txBody>
          <a:bodyPr/>
          <a:lstStyle/>
          <a:p>
            <a:fld id="{FABC47A4-756D-490B-A52F-7D9E2C9FC05F}" type="slidenum">
              <a:rPr lang="zh-CN" altLang="en-US" smtClean="0"/>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nvPr>
        </p:nvSpPr>
        <p:spPr>
          <a:xfrm>
            <a:off x="10444898" y="365125"/>
            <a:ext cx="908901" cy="5811838"/>
          </a:xfrm>
        </p:spPr>
        <p:txBody>
          <a:bodyPr vert="eaVert">
            <a:normAutofit/>
          </a:bodyPr>
          <a:lstStyle>
            <a:lvl1pPr>
              <a:defRPr sz="4400"/>
            </a:lvl1pPr>
          </a:lstStyle>
          <a:p>
            <a:r>
              <a:rPr lang="zh-CN" altLang="en-US" dirty="0"/>
              <a:t>单击此处编辑标题</a:t>
            </a:r>
            <a:endParaRPr lang="zh-CN" altLang="en-US" dirty="0"/>
          </a:p>
        </p:txBody>
      </p:sp>
      <p:sp>
        <p:nvSpPr>
          <p:cNvPr id="3" name="竖排文字占位符 2"/>
          <p:cNvSpPr>
            <a:spLocks noGrp="1"/>
          </p:cNvSpPr>
          <p:nvPr>
            <p:ph type="body" orient="vert" idx="1"/>
          </p:nvPr>
        </p:nvSpPr>
        <p:spPr>
          <a:xfrm>
            <a:off x="838199" y="365125"/>
            <a:ext cx="9446443" cy="5811838"/>
          </a:xfrm>
        </p:spPr>
        <p:txBody>
          <a:bodyPr vert="eaVert"/>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nvPr>
        </p:nvSpPr>
        <p:spPr>
          <a:xfrm>
            <a:off x="838200" y="551543"/>
            <a:ext cx="10515600" cy="5558971"/>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2.xml"/><Relationship Id="rId8" Type="http://schemas.openxmlformats.org/officeDocument/2006/relationships/slideLayout" Target="../slideLayouts/slideLayout21.xml"/><Relationship Id="rId7" Type="http://schemas.openxmlformats.org/officeDocument/2006/relationships/slideLayout" Target="../slideLayouts/slideLayout20.xml"/><Relationship Id="rId6" Type="http://schemas.openxmlformats.org/officeDocument/2006/relationships/slideLayout" Target="../slideLayouts/slideLayout19.xml"/><Relationship Id="rId5" Type="http://schemas.openxmlformats.org/officeDocument/2006/relationships/slideLayout" Target="../slideLayouts/slideLayout18.xml"/><Relationship Id="rId4" Type="http://schemas.openxmlformats.org/officeDocument/2006/relationships/slideLayout" Target="../slideLayouts/slideLayout17.xml"/><Relationship Id="rId3" Type="http://schemas.openxmlformats.org/officeDocument/2006/relationships/slideLayout" Target="../slideLayouts/slideLayout16.xml"/><Relationship Id="rId2" Type="http://schemas.openxmlformats.org/officeDocument/2006/relationships/slideLayout" Target="../slideLayouts/slideLayout15.xml"/><Relationship Id="rId14" Type="http://schemas.openxmlformats.org/officeDocument/2006/relationships/theme" Target="../theme/theme2.xml"/><Relationship Id="rId13" Type="http://schemas.openxmlformats.org/officeDocument/2006/relationships/tags" Target="../tags/tag3.xml"/><Relationship Id="rId12" Type="http://schemas.openxmlformats.org/officeDocument/2006/relationships/tags" Target="../tags/tag2.xml"/><Relationship Id="rId11" Type="http://schemas.openxmlformats.org/officeDocument/2006/relationships/tags" Target="../tags/tag1.xml"/><Relationship Id="rId10" Type="http://schemas.openxmlformats.org/officeDocument/2006/relationships/slideLayout" Target="../slideLayouts/slideLayout23.xml"/><Relationship Id="rId1"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p:cNvSpPr>
          <p:nvPr>
            <p:ph type="title"/>
          </p:nvPr>
        </p:nvSpPr>
        <p:spPr>
          <a:xfrm>
            <a:off x="624728" y="908819"/>
            <a:ext cx="10972577" cy="773530"/>
          </a:xfrm>
          <a:prstGeom prst="rect">
            <a:avLst/>
          </a:prstGeom>
          <a:noFill/>
          <a:ln w="9525">
            <a:noFill/>
          </a:ln>
        </p:spPr>
        <p:txBody>
          <a:bodyPr anchor="t"/>
          <a:lstStyle/>
          <a:p>
            <a:pPr lvl="0"/>
            <a:r>
              <a:rPr lang="zh-CN" altLang="en-US"/>
              <a:t>单击此处编辑母版标题样式</a:t>
            </a:r>
            <a:endParaRPr lang="zh-CN" altLang="en-US"/>
          </a:p>
        </p:txBody>
      </p:sp>
      <p:sp>
        <p:nvSpPr>
          <p:cNvPr id="1027" name="Rectangle 3"/>
          <p:cNvSpPr>
            <a:spLocks noGrp="1"/>
          </p:cNvSpPr>
          <p:nvPr>
            <p:ph type="body"/>
          </p:nvPr>
        </p:nvSpPr>
        <p:spPr>
          <a:xfrm>
            <a:off x="609897" y="1811271"/>
            <a:ext cx="10972577" cy="4141412"/>
          </a:xfrm>
          <a:prstGeom prst="rect">
            <a:avLst/>
          </a:prstGeom>
          <a:noFill/>
          <a:ln w="9525">
            <a:noFill/>
          </a:ln>
        </p:spPr>
        <p:txBody>
          <a:bodyPr anchor="t"/>
          <a:lstStyle/>
          <a:p>
            <a:pPr lvl="0"/>
            <a:r>
              <a:rPr lang="zh-CN" altLang="en-US" dirty="0"/>
              <a:t>单击此处编辑母版文本样式</a:t>
            </a:r>
            <a:endParaRPr lang="zh-CN" altLang="en-US" dirty="0"/>
          </a:p>
          <a:p>
            <a:pPr lvl="1" indent="-325120"/>
            <a:r>
              <a:rPr lang="zh-CN" altLang="en-US" dirty="0"/>
              <a:t>第二级</a:t>
            </a:r>
            <a:endParaRPr lang="zh-CN" altLang="en-US" dirty="0"/>
          </a:p>
          <a:p>
            <a:pPr lvl="2" indent="-350520"/>
            <a:r>
              <a:rPr lang="zh-CN" altLang="en-US" dirty="0"/>
              <a:t>第三级</a:t>
            </a:r>
            <a:endParaRPr lang="zh-CN" altLang="en-US" dirty="0"/>
          </a:p>
          <a:p>
            <a:pPr lvl="3" indent="-315595"/>
            <a:r>
              <a:rPr lang="zh-CN" altLang="en-US" dirty="0"/>
              <a:t>第四级</a:t>
            </a:r>
            <a:endParaRPr lang="zh-CN" altLang="en-US" dirty="0"/>
          </a:p>
          <a:p>
            <a:pPr lvl="4" indent="-339725"/>
            <a:r>
              <a:rPr lang="zh-CN" altLang="en-US" dirty="0"/>
              <a:t>第五级</a:t>
            </a:r>
            <a:endParaRPr lang="zh-CN" altLang="en-US" dirty="0"/>
          </a:p>
        </p:txBody>
      </p:sp>
      <p:sp>
        <p:nvSpPr>
          <p:cNvPr id="1029" name="Text Box 5"/>
          <p:cNvSpPr txBox="1">
            <a:spLocks noChangeArrowheads="1"/>
          </p:cNvSpPr>
          <p:nvPr/>
        </p:nvSpPr>
        <p:spPr bwMode="auto">
          <a:xfrm>
            <a:off x="0" y="0"/>
            <a:ext cx="12192371" cy="692358"/>
          </a:xfrm>
          <a:prstGeom prst="rect">
            <a:avLst/>
          </a:prstGeom>
          <a:solidFill>
            <a:srgbClr val="0070C0">
              <a:alpha val="94901"/>
            </a:srgbClr>
          </a:solidFill>
          <a:ln>
            <a:noFill/>
          </a:ln>
          <a:effec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endParaRPr kumimoji="0" lang="zh-CN" altLang="zh-CN" sz="1805" b="1" i="0" u="none" strike="noStrike" kern="1200" cap="none" spc="0" normalizeH="0" baseline="0" noProof="0">
              <a:ln>
                <a:noFill/>
              </a:ln>
              <a:solidFill>
                <a:schemeClr val="tx1"/>
              </a:solidFill>
              <a:effectLst/>
              <a:uLnTx/>
              <a:uFillTx/>
              <a:latin typeface="Arial" panose="020B0604020202020204" pitchFamily="34" charset="0"/>
              <a:ea typeface="黑体" panose="02010609060101010101" pitchFamily="49" charset="-122"/>
              <a:cs typeface="+mn-cs"/>
            </a:endParaRPr>
          </a:p>
        </p:txBody>
      </p:sp>
      <p:sp>
        <p:nvSpPr>
          <p:cNvPr id="1031" name="Text Box 11"/>
          <p:cNvSpPr txBox="1"/>
          <p:nvPr/>
        </p:nvSpPr>
        <p:spPr>
          <a:xfrm>
            <a:off x="5961786" y="6490653"/>
            <a:ext cx="669218" cy="106680"/>
          </a:xfrm>
          <a:prstGeom prst="rect">
            <a:avLst/>
          </a:prstGeom>
          <a:noFill/>
          <a:ln w="9525">
            <a:noFill/>
          </a:ln>
        </p:spPr>
        <p:txBody>
          <a:bodyPr anchor="t">
            <a:spAutoFit/>
          </a:bodyPr>
          <a:lstStyle/>
          <a:p>
            <a:pPr lvl="0">
              <a:spcBef>
                <a:spcPct val="50000"/>
              </a:spcBef>
            </a:pPr>
            <a:fld id="{9A0DB2DC-4C9A-4742-B13C-FB6460FD3503}" type="slidenum">
              <a:rPr lang="en-US" altLang="zh-CN" sz="100" b="1" dirty="0">
                <a:solidFill>
                  <a:srgbClr val="10218B"/>
                </a:solidFill>
                <a:latin typeface="Arial" panose="020B0604020202020204" pitchFamily="34" charset="0"/>
                <a:ea typeface="黑体" panose="02010609060101010101" pitchFamily="49" charset="-122"/>
              </a:rPr>
            </a:fld>
            <a:endParaRPr lang="en-US" altLang="zh-CN" sz="100" b="1">
              <a:solidFill>
                <a:srgbClr val="10218B"/>
              </a:solidFill>
              <a:latin typeface="Arial" panose="020B0604020202020204" pitchFamily="34" charset="0"/>
              <a:ea typeface="黑体" panose="02010609060101010101" pitchFamily="49" charset="-122"/>
            </a:endParaRPr>
          </a:p>
        </p:txBody>
      </p:sp>
      <p:sp>
        <p:nvSpPr>
          <p:cNvPr id="3" name="灯片编号占位符 2"/>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0D68026-CC08-4114-89D9-E02AF985BFB9}"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hdr="0" ftr="0" dt="0"/>
  <p:txStyles>
    <p:titleStyle>
      <a:lvl1pPr algn="l" rtl="0" eaLnBrk="0" fontAlgn="base" hangingPunct="0">
        <a:spcBef>
          <a:spcPct val="0"/>
        </a:spcBef>
        <a:spcAft>
          <a:spcPct val="0"/>
        </a:spcAft>
        <a:defRPr sz="421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Garamond" panose="02020404030301010803" pitchFamily="18" charset="0"/>
          <a:ea typeface="宋体" panose="02010600030101010101" pitchFamily="2" charset="-122"/>
        </a:defRPr>
      </a:lvl2pPr>
      <a:lvl3pPr algn="l" rtl="0" eaLnBrk="0" fontAlgn="base" hangingPunct="0">
        <a:spcBef>
          <a:spcPct val="0"/>
        </a:spcBef>
        <a:spcAft>
          <a:spcPct val="0"/>
        </a:spcAft>
        <a:defRPr sz="4200">
          <a:solidFill>
            <a:schemeClr val="tx2"/>
          </a:solidFill>
          <a:latin typeface="Garamond" panose="02020404030301010803" pitchFamily="18" charset="0"/>
          <a:ea typeface="宋体" panose="02010600030101010101" pitchFamily="2" charset="-122"/>
        </a:defRPr>
      </a:lvl3pPr>
      <a:lvl4pPr algn="l" rtl="0" eaLnBrk="0" fontAlgn="base" hangingPunct="0">
        <a:spcBef>
          <a:spcPct val="0"/>
        </a:spcBef>
        <a:spcAft>
          <a:spcPct val="0"/>
        </a:spcAft>
        <a:defRPr sz="4200">
          <a:solidFill>
            <a:schemeClr val="tx2"/>
          </a:solidFill>
          <a:latin typeface="Garamond" panose="02020404030301010803" pitchFamily="18" charset="0"/>
          <a:ea typeface="宋体" panose="02010600030101010101" pitchFamily="2" charset="-122"/>
        </a:defRPr>
      </a:lvl4pPr>
      <a:lvl5pPr algn="l" rtl="0" eaLnBrk="0" fontAlgn="base" hangingPunct="0">
        <a:spcBef>
          <a:spcPct val="0"/>
        </a:spcBef>
        <a:spcAft>
          <a:spcPct val="0"/>
        </a:spcAft>
        <a:defRPr sz="4200">
          <a:solidFill>
            <a:schemeClr val="tx2"/>
          </a:solidFill>
          <a:latin typeface="Garamond" panose="02020404030301010803" pitchFamily="18" charset="0"/>
          <a:ea typeface="宋体" panose="02010600030101010101" pitchFamily="2" charset="-122"/>
        </a:defRPr>
      </a:lvl5pPr>
      <a:lvl6pPr marL="457200" algn="l" rtl="0" fontAlgn="base">
        <a:spcBef>
          <a:spcPct val="0"/>
        </a:spcBef>
        <a:spcAft>
          <a:spcPct val="0"/>
        </a:spcAft>
        <a:defRPr sz="4200">
          <a:solidFill>
            <a:schemeClr val="tx2"/>
          </a:solidFill>
          <a:latin typeface="Garamond" panose="02020404030301010803" pitchFamily="18" charset="0"/>
          <a:ea typeface="宋体" panose="02010600030101010101" pitchFamily="2" charset="-122"/>
        </a:defRPr>
      </a:lvl6pPr>
      <a:lvl7pPr marL="914400" algn="l" rtl="0" fontAlgn="base">
        <a:spcBef>
          <a:spcPct val="0"/>
        </a:spcBef>
        <a:spcAft>
          <a:spcPct val="0"/>
        </a:spcAft>
        <a:defRPr sz="4200">
          <a:solidFill>
            <a:schemeClr val="tx2"/>
          </a:solidFill>
          <a:latin typeface="Garamond" panose="02020404030301010803" pitchFamily="18" charset="0"/>
          <a:ea typeface="宋体" panose="02010600030101010101" pitchFamily="2" charset="-122"/>
        </a:defRPr>
      </a:lvl7pPr>
      <a:lvl8pPr marL="1371600" algn="l" rtl="0" fontAlgn="base">
        <a:spcBef>
          <a:spcPct val="0"/>
        </a:spcBef>
        <a:spcAft>
          <a:spcPct val="0"/>
        </a:spcAft>
        <a:defRPr sz="4200">
          <a:solidFill>
            <a:schemeClr val="tx2"/>
          </a:solidFill>
          <a:latin typeface="Garamond" panose="02020404030301010803" pitchFamily="18" charset="0"/>
          <a:ea typeface="宋体" panose="02010600030101010101" pitchFamily="2" charset="-122"/>
        </a:defRPr>
      </a:lvl8pPr>
      <a:lvl9pPr marL="1828800" algn="l" rtl="0" fontAlgn="base">
        <a:spcBef>
          <a:spcPct val="0"/>
        </a:spcBef>
        <a:spcAft>
          <a:spcPct val="0"/>
        </a:spcAft>
        <a:defRPr sz="4200">
          <a:solidFill>
            <a:schemeClr val="tx2"/>
          </a:solidFill>
          <a:latin typeface="Garamond" panose="02020404030301010803" pitchFamily="18" charset="0"/>
          <a:ea typeface="宋体" panose="02010600030101010101" pitchFamily="2" charset="-122"/>
        </a:defRPr>
      </a:lvl9pPr>
    </p:titleStyle>
    <p:bodyStyle>
      <a:lvl1pPr marL="343535" indent="-343535" algn="l" rtl="0" eaLnBrk="0" fontAlgn="base" hangingPunct="0">
        <a:spcBef>
          <a:spcPct val="20000"/>
        </a:spcBef>
        <a:spcAft>
          <a:spcPct val="0"/>
        </a:spcAft>
        <a:buClr>
          <a:schemeClr val="accent1"/>
        </a:buClr>
        <a:buSzPct val="65000"/>
        <a:buFont typeface="Wingdings" panose="05000000000000000000" pitchFamily="2" charset="2"/>
        <a:buChar char="n"/>
        <a:defRPr sz="3010">
          <a:solidFill>
            <a:schemeClr val="tx1"/>
          </a:solidFill>
          <a:latin typeface="+mn-lt"/>
          <a:ea typeface="+mn-ea"/>
          <a:cs typeface="+mn-cs"/>
        </a:defRPr>
      </a:lvl1pPr>
      <a:lvl2pPr marL="671830" indent="-326390" algn="l" rtl="0" eaLnBrk="0" fontAlgn="base" hangingPunct="0">
        <a:spcBef>
          <a:spcPct val="20000"/>
        </a:spcBef>
        <a:spcAft>
          <a:spcPct val="0"/>
        </a:spcAft>
        <a:buClr>
          <a:schemeClr val="accent2"/>
        </a:buClr>
        <a:buSzPct val="60000"/>
        <a:buFont typeface="Wingdings" panose="05000000000000000000" pitchFamily="2" charset="2"/>
        <a:buChar char="q"/>
        <a:defRPr sz="2605">
          <a:solidFill>
            <a:schemeClr val="tx1"/>
          </a:solidFill>
          <a:latin typeface="+mn-lt"/>
          <a:ea typeface="+mn-ea"/>
        </a:defRPr>
      </a:lvl2pPr>
      <a:lvl3pPr marL="1024890" indent="-351790" algn="l" rtl="0" eaLnBrk="0" fontAlgn="base" hangingPunct="0">
        <a:spcBef>
          <a:spcPct val="20000"/>
        </a:spcBef>
        <a:spcAft>
          <a:spcPct val="0"/>
        </a:spcAft>
        <a:buClr>
          <a:schemeClr val="accent1"/>
        </a:buClr>
        <a:buSzPct val="65000"/>
        <a:buFont typeface="Wingdings" panose="05000000000000000000" pitchFamily="2" charset="2"/>
        <a:buChar char="n"/>
        <a:defRPr sz="2205">
          <a:solidFill>
            <a:schemeClr val="tx1"/>
          </a:solidFill>
          <a:latin typeface="+mn-lt"/>
          <a:ea typeface="+mn-ea"/>
        </a:defRPr>
      </a:lvl3pPr>
      <a:lvl4pPr marL="1343025" indent="-316865" algn="l" rtl="0" eaLnBrk="0" fontAlgn="base" hangingPunct="0">
        <a:spcBef>
          <a:spcPct val="20000"/>
        </a:spcBef>
        <a:spcAft>
          <a:spcPct val="0"/>
        </a:spcAft>
        <a:buClr>
          <a:schemeClr val="accent2"/>
        </a:buClr>
        <a:buSzPct val="70000"/>
        <a:buFont typeface="Wingdings" panose="05000000000000000000" pitchFamily="2" charset="2"/>
        <a:buChar char="q"/>
        <a:defRPr sz="2005">
          <a:solidFill>
            <a:schemeClr val="tx1"/>
          </a:solidFill>
          <a:latin typeface="+mn-lt"/>
          <a:ea typeface="+mn-ea"/>
        </a:defRPr>
      </a:lvl4pPr>
      <a:lvl5pPr marL="1685925" indent="-340360" algn="l" rtl="0" eaLnBrk="0" fontAlgn="base" hangingPunct="0">
        <a:spcBef>
          <a:spcPct val="20000"/>
        </a:spcBef>
        <a:spcAft>
          <a:spcPct val="0"/>
        </a:spcAft>
        <a:buClr>
          <a:schemeClr val="accent1"/>
        </a:buClr>
        <a:buSzPct val="75000"/>
        <a:buFont typeface="Wingdings" panose="05000000000000000000" pitchFamily="2" charset="2"/>
        <a:buChar char="§"/>
        <a:defRPr sz="2005">
          <a:solidFill>
            <a:schemeClr val="tx1"/>
          </a:solidFill>
          <a:latin typeface="+mn-lt"/>
          <a:ea typeface="+mn-ea"/>
        </a:defRPr>
      </a:lvl5pPr>
      <a:lvl6pPr marL="2144395" indent="-340360" algn="l" rtl="0" fontAlgn="base">
        <a:spcBef>
          <a:spcPct val="20000"/>
        </a:spcBef>
        <a:spcAft>
          <a:spcPct val="0"/>
        </a:spcAft>
        <a:buClr>
          <a:schemeClr val="accent1"/>
        </a:buClr>
        <a:buSzPct val="75000"/>
        <a:buFont typeface="Wingdings" panose="05000000000000000000" pitchFamily="2" charset="2"/>
        <a:buChar char="§"/>
        <a:defRPr sz="2005">
          <a:solidFill>
            <a:schemeClr val="tx1"/>
          </a:solidFill>
          <a:latin typeface="+mn-lt"/>
          <a:ea typeface="+mn-ea"/>
        </a:defRPr>
      </a:lvl6pPr>
      <a:lvl7pPr marL="2602865" indent="-340360" algn="l" rtl="0" fontAlgn="base">
        <a:spcBef>
          <a:spcPct val="20000"/>
        </a:spcBef>
        <a:spcAft>
          <a:spcPct val="0"/>
        </a:spcAft>
        <a:buClr>
          <a:schemeClr val="accent1"/>
        </a:buClr>
        <a:buSzPct val="75000"/>
        <a:buFont typeface="Wingdings" panose="05000000000000000000" pitchFamily="2" charset="2"/>
        <a:buChar char="§"/>
        <a:defRPr sz="2005">
          <a:solidFill>
            <a:schemeClr val="tx1"/>
          </a:solidFill>
          <a:latin typeface="+mn-lt"/>
          <a:ea typeface="+mn-ea"/>
        </a:defRPr>
      </a:lvl7pPr>
      <a:lvl8pPr marL="3060700" indent="-340360" algn="l" rtl="0" fontAlgn="base">
        <a:spcBef>
          <a:spcPct val="20000"/>
        </a:spcBef>
        <a:spcAft>
          <a:spcPct val="0"/>
        </a:spcAft>
        <a:buClr>
          <a:schemeClr val="accent1"/>
        </a:buClr>
        <a:buSzPct val="75000"/>
        <a:buFont typeface="Wingdings" panose="05000000000000000000" pitchFamily="2" charset="2"/>
        <a:buChar char="§"/>
        <a:defRPr sz="2005">
          <a:solidFill>
            <a:schemeClr val="tx1"/>
          </a:solidFill>
          <a:latin typeface="+mn-lt"/>
          <a:ea typeface="+mn-ea"/>
        </a:defRPr>
      </a:lvl8pPr>
      <a:lvl9pPr marL="3519170" indent="-340360" algn="l" rtl="0" fontAlgn="base">
        <a:spcBef>
          <a:spcPct val="20000"/>
        </a:spcBef>
        <a:spcAft>
          <a:spcPct val="0"/>
        </a:spcAft>
        <a:buClr>
          <a:schemeClr val="accent1"/>
        </a:buClr>
        <a:buSzPct val="75000"/>
        <a:buFont typeface="Wingdings" panose="05000000000000000000" pitchFamily="2" charset="2"/>
        <a:buChar char="§"/>
        <a:defRPr sz="2005">
          <a:solidFill>
            <a:schemeClr val="tx1"/>
          </a:solidFill>
          <a:latin typeface="+mn-lt"/>
          <a:ea typeface="+mn-ea"/>
        </a:defRPr>
      </a:lvl9pPr>
    </p:bodyStyle>
    <p:otherStyle>
      <a:defPPr>
        <a:defRPr lang="zh-CN"/>
      </a:defPPr>
      <a:lvl1pPr marL="0" algn="l" defTabSz="916940" rtl="0" eaLnBrk="1" latinLnBrk="0" hangingPunct="1">
        <a:defRPr sz="1805" kern="1200">
          <a:solidFill>
            <a:schemeClr val="tx1"/>
          </a:solidFill>
          <a:latin typeface="+mn-lt"/>
          <a:ea typeface="+mn-ea"/>
          <a:cs typeface="+mn-cs"/>
        </a:defRPr>
      </a:lvl1pPr>
      <a:lvl2pPr marL="458470" algn="l" defTabSz="916940" rtl="0" eaLnBrk="1" latinLnBrk="0" hangingPunct="1">
        <a:defRPr sz="1805" kern="1200">
          <a:solidFill>
            <a:schemeClr val="tx1"/>
          </a:solidFill>
          <a:latin typeface="+mn-lt"/>
          <a:ea typeface="+mn-ea"/>
          <a:cs typeface="+mn-cs"/>
        </a:defRPr>
      </a:lvl2pPr>
      <a:lvl3pPr marL="916940" algn="l" defTabSz="916940" rtl="0" eaLnBrk="1" latinLnBrk="0" hangingPunct="1">
        <a:defRPr sz="1805" kern="1200">
          <a:solidFill>
            <a:schemeClr val="tx1"/>
          </a:solidFill>
          <a:latin typeface="+mn-lt"/>
          <a:ea typeface="+mn-ea"/>
          <a:cs typeface="+mn-cs"/>
        </a:defRPr>
      </a:lvl3pPr>
      <a:lvl4pPr marL="1375410" algn="l" defTabSz="916940" rtl="0" eaLnBrk="1" latinLnBrk="0" hangingPunct="1">
        <a:defRPr sz="1805" kern="1200">
          <a:solidFill>
            <a:schemeClr val="tx1"/>
          </a:solidFill>
          <a:latin typeface="+mn-lt"/>
          <a:ea typeface="+mn-ea"/>
          <a:cs typeface="+mn-cs"/>
        </a:defRPr>
      </a:lvl4pPr>
      <a:lvl5pPr marL="1833245" algn="l" defTabSz="916940" rtl="0" eaLnBrk="1" latinLnBrk="0" hangingPunct="1">
        <a:defRPr sz="1805" kern="1200">
          <a:solidFill>
            <a:schemeClr val="tx1"/>
          </a:solidFill>
          <a:latin typeface="+mn-lt"/>
          <a:ea typeface="+mn-ea"/>
          <a:cs typeface="+mn-cs"/>
        </a:defRPr>
      </a:lvl5pPr>
      <a:lvl6pPr marL="2291715" algn="l" defTabSz="916940" rtl="0" eaLnBrk="1" latinLnBrk="0" hangingPunct="1">
        <a:defRPr sz="1805" kern="1200">
          <a:solidFill>
            <a:schemeClr val="tx1"/>
          </a:solidFill>
          <a:latin typeface="+mn-lt"/>
          <a:ea typeface="+mn-ea"/>
          <a:cs typeface="+mn-cs"/>
        </a:defRPr>
      </a:lvl6pPr>
      <a:lvl7pPr marL="2750185" algn="l" defTabSz="916940" rtl="0" eaLnBrk="1" latinLnBrk="0" hangingPunct="1">
        <a:defRPr sz="1805" kern="1200">
          <a:solidFill>
            <a:schemeClr val="tx1"/>
          </a:solidFill>
          <a:latin typeface="+mn-lt"/>
          <a:ea typeface="+mn-ea"/>
          <a:cs typeface="+mn-cs"/>
        </a:defRPr>
      </a:lvl7pPr>
      <a:lvl8pPr marL="3208655" algn="l" defTabSz="916940" rtl="0" eaLnBrk="1" latinLnBrk="0" hangingPunct="1">
        <a:defRPr sz="1805" kern="1200">
          <a:solidFill>
            <a:schemeClr val="tx1"/>
          </a:solidFill>
          <a:latin typeface="+mn-lt"/>
          <a:ea typeface="+mn-ea"/>
          <a:cs typeface="+mn-cs"/>
        </a:defRPr>
      </a:lvl8pPr>
      <a:lvl9pPr marL="3667125" algn="l" defTabSz="916940" rtl="0" eaLnBrk="1" latinLnBrk="0" hangingPunct="1">
        <a:defRPr sz="1805"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标题占位符 1"/>
          <p:cNvSpPr>
            <a:spLocks noGrp="1"/>
          </p:cNvSpPr>
          <p:nvPr>
            <p:ph type="title"/>
            <p:custDataLst>
              <p:tags r:id="rId11"/>
            </p:custDataLst>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8" name="文本占位符 2"/>
          <p:cNvSpPr>
            <a:spLocks noGrp="1"/>
          </p:cNvSpPr>
          <p:nvPr>
            <p:ph type="body" idx="1"/>
            <p:custDataLst>
              <p:tags r:id="rId12"/>
            </p:custDataLst>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normAutofit/>
          </a:bodyPr>
          <a:lstStyle>
            <a:lvl1pPr algn="ctr">
              <a:defRPr sz="1200">
                <a:solidFill>
                  <a:schemeClr val="bg1">
                    <a:lumMod val="50000"/>
                  </a:schemeClr>
                </a:solidFill>
                <a:latin typeface="黑体" panose="02010609060101010101" pitchFamily="49" charset="-122"/>
                <a:ea typeface="黑体" panose="02010609060101010101" pitchFamily="49" charset="-122"/>
              </a:defRPr>
            </a:lvl1pPr>
          </a:lstStyle>
          <a:p>
            <a:fld id="{D997B5FA-0921-464F-AAE1-844C04324D75}" type="datetimeFigureOut">
              <a:rPr lang="zh-CN" altLang="en-US" smtClean="0"/>
            </a:fld>
            <a:endParaRPr lang="zh-CN" altLang="en-US" dirty="0"/>
          </a:p>
        </p:txBody>
      </p:sp>
      <p:sp>
        <p:nvSpPr>
          <p:cNvPr id="10"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bg1">
                    <a:lumMod val="50000"/>
                  </a:schemeClr>
                </a:solidFill>
                <a:latin typeface="黑体" panose="02010609060101010101" pitchFamily="49" charset="-122"/>
                <a:ea typeface="黑体" panose="02010609060101010101" pitchFamily="49" charset="-122"/>
              </a:defRPr>
            </a:lvl1pPr>
          </a:lstStyle>
          <a:p>
            <a:endParaRPr lang="zh-CN" altLang="en-US"/>
          </a:p>
        </p:txBody>
      </p:sp>
      <p:sp>
        <p:nvSpPr>
          <p:cNvPr id="11"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normAutofit/>
          </a:bodyPr>
          <a:lstStyle>
            <a:lvl1pPr algn="ctr">
              <a:defRPr sz="1200">
                <a:solidFill>
                  <a:schemeClr val="bg1">
                    <a:lumMod val="50000"/>
                  </a:schemeClr>
                </a:solidFill>
                <a:latin typeface="黑体" panose="02010609060101010101" pitchFamily="49" charset="-122"/>
                <a:ea typeface="黑体" panose="02010609060101010101" pitchFamily="49" charset="-122"/>
              </a:defRPr>
            </a:lvl1pPr>
          </a:lstStyle>
          <a:p>
            <a:fld id="{565CE74E-AB26-4998-AD42-012C4C1AD076}" type="slidenum">
              <a:rPr lang="zh-CN" altLang="en-US" smtClean="0"/>
            </a:fld>
            <a:endParaRPr lang="zh-CN" altLang="en-US"/>
          </a:p>
        </p:txBody>
      </p:sp>
      <p:sp>
        <p:nvSpPr>
          <p:cNvPr id="2" name="KSO_TEMPLATE" hidden="1"/>
          <p:cNvSpPr/>
          <p:nvPr>
            <p:custDataLst>
              <p:tags r:id="rId13"/>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7" Type="http://schemas.openxmlformats.org/officeDocument/2006/relationships/notesSlide" Target="../notesSlides/notesSlide1.xml"/><Relationship Id="rId6" Type="http://schemas.openxmlformats.org/officeDocument/2006/relationships/slideLayout" Target="../slideLayouts/slideLayout14.xml"/><Relationship Id="rId5" Type="http://schemas.openxmlformats.org/officeDocument/2006/relationships/tags" Target="../tags/tag6.xml"/><Relationship Id="rId4" Type="http://schemas.openxmlformats.org/officeDocument/2006/relationships/image" Target="../media/image2.png"/><Relationship Id="rId3" Type="http://schemas.openxmlformats.org/officeDocument/2006/relationships/image" Target="../media/image1.png"/><Relationship Id="rId2" Type="http://schemas.openxmlformats.org/officeDocument/2006/relationships/tags" Target="../tags/tag5.xml"/><Relationship Id="rId1" Type="http://schemas.openxmlformats.org/officeDocument/2006/relationships/tags" Target="../tags/tag4.xml"/></Relationships>
</file>

<file path=ppt/slides/_rels/slide2.xml.rels><?xml version="1.0" encoding="UTF-8" standalone="yes"?>
<Relationships xmlns="http://schemas.openxmlformats.org/package/2006/relationships"><Relationship Id="rId9" Type="http://schemas.openxmlformats.org/officeDocument/2006/relationships/tags" Target="../tags/tag14.xml"/><Relationship Id="rId8" Type="http://schemas.openxmlformats.org/officeDocument/2006/relationships/tags" Target="../tags/tag13.xml"/><Relationship Id="rId7" Type="http://schemas.openxmlformats.org/officeDocument/2006/relationships/tags" Target="../tags/tag12.xml"/><Relationship Id="rId6" Type="http://schemas.openxmlformats.org/officeDocument/2006/relationships/tags" Target="../tags/tag11.xml"/><Relationship Id="rId5" Type="http://schemas.openxmlformats.org/officeDocument/2006/relationships/tags" Target="../tags/tag10.xml"/><Relationship Id="rId4" Type="http://schemas.openxmlformats.org/officeDocument/2006/relationships/tags" Target="../tags/tag9.xml"/><Relationship Id="rId3" Type="http://schemas.openxmlformats.org/officeDocument/2006/relationships/tags" Target="../tags/tag8.xml"/><Relationship Id="rId2" Type="http://schemas.openxmlformats.org/officeDocument/2006/relationships/image" Target="../media/image3.png"/><Relationship Id="rId12" Type="http://schemas.openxmlformats.org/officeDocument/2006/relationships/notesSlide" Target="../notesSlides/notesSlide2.xml"/><Relationship Id="rId11" Type="http://schemas.openxmlformats.org/officeDocument/2006/relationships/slideLayout" Target="../slideLayouts/slideLayout7.xml"/><Relationship Id="rId10" Type="http://schemas.openxmlformats.org/officeDocument/2006/relationships/tags" Target="../tags/tag15.xml"/><Relationship Id="rId1" Type="http://schemas.openxmlformats.org/officeDocument/2006/relationships/tags" Target="../tags/tag7.xml"/></Relationships>
</file>

<file path=ppt/slides/_rels/slide3.xml.rels><?xml version="1.0" encoding="UTF-8" standalone="yes"?>
<Relationships xmlns="http://schemas.openxmlformats.org/package/2006/relationships"><Relationship Id="rId6" Type="http://schemas.openxmlformats.org/officeDocument/2006/relationships/notesSlide" Target="../notesSlides/notesSlide3.xml"/><Relationship Id="rId5" Type="http://schemas.openxmlformats.org/officeDocument/2006/relationships/slideLayout" Target="../slideLayouts/slideLayout7.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image" Target="../media/image3.png"/><Relationship Id="rId1" Type="http://schemas.openxmlformats.org/officeDocument/2006/relationships/tags" Target="../tags/tag16.xml"/></Relationships>
</file>

<file path=ppt/slides/_rels/slide4.xml.rels><?xml version="1.0" encoding="UTF-8" standalone="yes"?>
<Relationships xmlns="http://schemas.openxmlformats.org/package/2006/relationships"><Relationship Id="rId9" Type="http://schemas.openxmlformats.org/officeDocument/2006/relationships/tags" Target="../tags/tag26.xml"/><Relationship Id="rId8" Type="http://schemas.openxmlformats.org/officeDocument/2006/relationships/tags" Target="../tags/tag25.xml"/><Relationship Id="rId7" Type="http://schemas.openxmlformats.org/officeDocument/2006/relationships/tags" Target="../tags/tag24.xml"/><Relationship Id="rId6" Type="http://schemas.openxmlformats.org/officeDocument/2006/relationships/tags" Target="../tags/tag23.xml"/><Relationship Id="rId5" Type="http://schemas.openxmlformats.org/officeDocument/2006/relationships/tags" Target="../tags/tag22.xml"/><Relationship Id="rId4" Type="http://schemas.openxmlformats.org/officeDocument/2006/relationships/tags" Target="../tags/tag21.xml"/><Relationship Id="rId3" Type="http://schemas.openxmlformats.org/officeDocument/2006/relationships/tags" Target="../tags/tag20.xml"/><Relationship Id="rId2" Type="http://schemas.openxmlformats.org/officeDocument/2006/relationships/image" Target="../media/image3.png"/><Relationship Id="rId16" Type="http://schemas.openxmlformats.org/officeDocument/2006/relationships/notesSlide" Target="../notesSlides/notesSlide4.xml"/><Relationship Id="rId15" Type="http://schemas.openxmlformats.org/officeDocument/2006/relationships/slideLayout" Target="../slideLayouts/slideLayout7.xml"/><Relationship Id="rId14" Type="http://schemas.openxmlformats.org/officeDocument/2006/relationships/tags" Target="../tags/tag27.xml"/><Relationship Id="rId13" Type="http://schemas.openxmlformats.org/officeDocument/2006/relationships/image" Target="../media/image7.png"/><Relationship Id="rId12" Type="http://schemas.openxmlformats.org/officeDocument/2006/relationships/image" Target="../media/image6.png"/><Relationship Id="rId11" Type="http://schemas.openxmlformats.org/officeDocument/2006/relationships/image" Target="../media/image5.svg"/><Relationship Id="rId10" Type="http://schemas.openxmlformats.org/officeDocument/2006/relationships/image" Target="../media/image4.png"/><Relationship Id="rId1" Type="http://schemas.openxmlformats.org/officeDocument/2006/relationships/tags" Target="../tags/tag19.xml"/></Relationships>
</file>

<file path=ppt/slides/_rels/slide5.xml.rels><?xml version="1.0" encoding="UTF-8" standalone="yes"?>
<Relationships xmlns="http://schemas.openxmlformats.org/package/2006/relationships"><Relationship Id="rId6" Type="http://schemas.openxmlformats.org/officeDocument/2006/relationships/notesSlide" Target="../notesSlides/notesSlide5.xml"/><Relationship Id="rId5" Type="http://schemas.openxmlformats.org/officeDocument/2006/relationships/slideLayout" Target="../slideLayouts/slideLayout7.xml"/><Relationship Id="rId4" Type="http://schemas.openxmlformats.org/officeDocument/2006/relationships/tags" Target="../tags/tag30.xml"/><Relationship Id="rId3" Type="http://schemas.openxmlformats.org/officeDocument/2006/relationships/tags" Target="../tags/tag29.xml"/><Relationship Id="rId2" Type="http://schemas.openxmlformats.org/officeDocument/2006/relationships/image" Target="../media/image3.png"/><Relationship Id="rId1" Type="http://schemas.openxmlformats.org/officeDocument/2006/relationships/tags" Target="../tags/tag28.xml"/></Relationships>
</file>

<file path=ppt/slides/_rels/slide6.xml.rels><?xml version="1.0" encoding="UTF-8" standalone="yes"?>
<Relationships xmlns="http://schemas.openxmlformats.org/package/2006/relationships"><Relationship Id="rId6" Type="http://schemas.openxmlformats.org/officeDocument/2006/relationships/notesSlide" Target="../notesSlides/notesSlide6.xml"/><Relationship Id="rId5" Type="http://schemas.openxmlformats.org/officeDocument/2006/relationships/slideLayout" Target="../slideLayouts/slideLayout7.xml"/><Relationship Id="rId4" Type="http://schemas.openxmlformats.org/officeDocument/2006/relationships/tags" Target="../tags/tag33.xml"/><Relationship Id="rId3" Type="http://schemas.openxmlformats.org/officeDocument/2006/relationships/tags" Target="../tags/tag32.xml"/><Relationship Id="rId2" Type="http://schemas.openxmlformats.org/officeDocument/2006/relationships/image" Target="../media/image3.png"/><Relationship Id="rId1" Type="http://schemas.openxmlformats.org/officeDocument/2006/relationships/tags" Target="../tags/tag31.xml"/></Relationships>
</file>

<file path=ppt/slides/_rels/slide7.xml.rels><?xml version="1.0" encoding="UTF-8" standalone="yes"?>
<Relationships xmlns="http://schemas.openxmlformats.org/package/2006/relationships"><Relationship Id="rId9" Type="http://schemas.openxmlformats.org/officeDocument/2006/relationships/tags" Target="../tags/tag39.xml"/><Relationship Id="rId8" Type="http://schemas.openxmlformats.org/officeDocument/2006/relationships/tags" Target="../tags/tag38.xml"/><Relationship Id="rId7" Type="http://schemas.openxmlformats.org/officeDocument/2006/relationships/tags" Target="../tags/tag37.xml"/><Relationship Id="rId6" Type="http://schemas.openxmlformats.org/officeDocument/2006/relationships/tags" Target="../tags/tag36.xml"/><Relationship Id="rId5" Type="http://schemas.openxmlformats.org/officeDocument/2006/relationships/image" Target="../media/image9.png"/><Relationship Id="rId4" Type="http://schemas.openxmlformats.org/officeDocument/2006/relationships/image" Target="../media/image8.png"/><Relationship Id="rId3" Type="http://schemas.openxmlformats.org/officeDocument/2006/relationships/image" Target="../media/image3.png"/><Relationship Id="rId2" Type="http://schemas.openxmlformats.org/officeDocument/2006/relationships/tags" Target="../tags/tag35.xml"/><Relationship Id="rId14" Type="http://schemas.openxmlformats.org/officeDocument/2006/relationships/notesSlide" Target="../notesSlides/notesSlide7.xml"/><Relationship Id="rId13" Type="http://schemas.openxmlformats.org/officeDocument/2006/relationships/slideLayout" Target="../slideLayouts/slideLayout7.xml"/><Relationship Id="rId12" Type="http://schemas.openxmlformats.org/officeDocument/2006/relationships/tags" Target="../tags/tag42.xml"/><Relationship Id="rId11" Type="http://schemas.openxmlformats.org/officeDocument/2006/relationships/tags" Target="../tags/tag41.xml"/><Relationship Id="rId10" Type="http://schemas.openxmlformats.org/officeDocument/2006/relationships/tags" Target="../tags/tag40.xml"/><Relationship Id="rId1" Type="http://schemas.openxmlformats.org/officeDocument/2006/relationships/tags" Target="../tags/tag34.xml"/></Relationships>
</file>

<file path=ppt/slides/_rels/slide8.xml.rels><?xml version="1.0" encoding="UTF-8" standalone="yes"?>
<Relationships xmlns="http://schemas.openxmlformats.org/package/2006/relationships"><Relationship Id="rId6" Type="http://schemas.openxmlformats.org/officeDocument/2006/relationships/notesSlide" Target="../notesSlides/notesSlide8.xml"/><Relationship Id="rId5" Type="http://schemas.openxmlformats.org/officeDocument/2006/relationships/slideLayout" Target="../slideLayouts/slideLayout7.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image" Target="../media/image3.png"/><Relationship Id="rId1" Type="http://schemas.openxmlformats.org/officeDocument/2006/relationships/tags" Target="../tags/tag43.xml"/></Relationships>
</file>

<file path=ppt/slides/_rels/slide9.xml.rels><?xml version="1.0" encoding="UTF-8" standalone="yes"?>
<Relationships xmlns="http://schemas.openxmlformats.org/package/2006/relationships"><Relationship Id="rId6" Type="http://schemas.openxmlformats.org/officeDocument/2006/relationships/notesSlide" Target="../notesSlides/notesSlide9.xml"/><Relationship Id="rId5" Type="http://schemas.openxmlformats.org/officeDocument/2006/relationships/slideLayout" Target="../slideLayouts/slideLayout7.xml"/><Relationship Id="rId4" Type="http://schemas.openxmlformats.org/officeDocument/2006/relationships/tags" Target="../tags/tag48.xml"/><Relationship Id="rId3" Type="http://schemas.openxmlformats.org/officeDocument/2006/relationships/tags" Target="../tags/tag47.xml"/><Relationship Id="rId2" Type="http://schemas.openxmlformats.org/officeDocument/2006/relationships/image" Target="../media/image3.png"/><Relationship Id="rId1" Type="http://schemas.openxmlformats.org/officeDocument/2006/relationships/tags" Target="../tags/tag46.xml"/></Relationships>
</file>

<file path=ppt/slides/_rels/slide10.xml.rels><?xml version="1.0" encoding="UTF-8" standalone="yes"?>
<Relationships xmlns="http://schemas.openxmlformats.org/package/2006/relationships"><Relationship Id="rId6" Type="http://schemas.openxmlformats.org/officeDocument/2006/relationships/notesSlide" Target="../notesSlides/notesSlide10.xml"/><Relationship Id="rId5" Type="http://schemas.openxmlformats.org/officeDocument/2006/relationships/slideLayout" Target="../slideLayouts/slideLayout7.xml"/><Relationship Id="rId4" Type="http://schemas.openxmlformats.org/officeDocument/2006/relationships/tags" Target="../tags/tag51.xml"/><Relationship Id="rId3" Type="http://schemas.openxmlformats.org/officeDocument/2006/relationships/tags" Target="../tags/tag50.xml"/><Relationship Id="rId2" Type="http://schemas.openxmlformats.org/officeDocument/2006/relationships/image" Target="../media/image3.png"/><Relationship Id="rId1" Type="http://schemas.openxmlformats.org/officeDocument/2006/relationships/tags" Target="../tags/tag4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3"/>
          <p:cNvSpPr>
            <a:spLocks noGrp="1"/>
          </p:cNvSpPr>
          <p:nvPr>
            <p:custDataLst>
              <p:tags r:id="rId1"/>
            </p:custDataLst>
          </p:nvPr>
        </p:nvSpPr>
        <p:spPr>
          <a:xfrm>
            <a:off x="9899650" y="6490335"/>
            <a:ext cx="2133600" cy="365125"/>
          </a:xfrm>
          <a:prstGeom prst="rect">
            <a:avLst/>
          </a:prstGeom>
        </p:spPr>
        <p:txBody>
          <a:bodyPr vert="horz" lIns="91440" tIns="45720" rIns="91440" bIns="45720" rtlCol="0" anchor="ctr"/>
          <a:lstStyle>
            <a:defPPr>
              <a:defRPr lang="zh-CN"/>
            </a:defPPr>
            <a:lvl1pPr marL="0" algn="r" defTabSz="914400" rtl="0" eaLnBrk="1" fontAlgn="auto" latinLnBrk="0" hangingPunct="1">
              <a:spcBef>
                <a:spcPts val="0"/>
              </a:spcBef>
              <a:spcAft>
                <a:spcPts val="0"/>
              </a:spcAft>
              <a:defRPr sz="1200" b="1" kern="1200">
                <a:solidFill>
                  <a:schemeClr val="tx1">
                    <a:tint val="75000"/>
                  </a:schemeClr>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261D8B3-0104-4129-817E-1C07D6A99DE4}" type="slidenum">
              <a:rPr lang="zh-CN" altLang="en-US" sz="1400" smtClean="0">
                <a:solidFill>
                  <a:prstClr val="black">
                    <a:tint val="75000"/>
                  </a:prstClr>
                </a:solidFill>
              </a:rPr>
            </a:fld>
            <a:endParaRPr lang="zh-CN" altLang="en-US" sz="1400">
              <a:solidFill>
                <a:prstClr val="black">
                  <a:tint val="75000"/>
                </a:prstClr>
              </a:solidFill>
            </a:endParaRPr>
          </a:p>
        </p:txBody>
      </p:sp>
      <p:sp>
        <p:nvSpPr>
          <p:cNvPr id="10" name="标题 3"/>
          <p:cNvSpPr txBox="1"/>
          <p:nvPr>
            <p:custDataLst>
              <p:tags r:id="rId2"/>
            </p:custDataLst>
          </p:nvPr>
        </p:nvSpPr>
        <p:spPr>
          <a:xfrm>
            <a:off x="-2" y="1653234"/>
            <a:ext cx="12192001" cy="2029013"/>
          </a:xfrm>
          <a:prstGeom prst="rect">
            <a:avLst/>
          </a:prstGeom>
          <a:solidFill>
            <a:srgbClr val="0070C0"/>
          </a:solidFill>
          <a:ln>
            <a:noFill/>
          </a:ln>
          <a:effectLst/>
        </p:spPr>
        <p:txBody>
          <a:bodyPr tIns="0" bIns="0" anchor="ctr"/>
          <a:lstStyle/>
          <a:p>
            <a:pPr lvl="0" algn="ctr">
              <a:defRPr/>
            </a:pPr>
            <a:r>
              <a:rPr lang="en-US" altLang="zh-CN" sz="4000" b="1" noProof="0" dirty="0">
                <a:ln>
                  <a:noFill/>
                </a:ln>
                <a:solidFill>
                  <a:sysClr val="window" lastClr="FFFFFF"/>
                </a:solidFill>
                <a:effectLst/>
                <a:uLnTx/>
                <a:uFillTx/>
                <a:latin typeface="微软雅黑" panose="020B0503020204020204" charset="-122"/>
                <a:ea typeface="微软雅黑" panose="020B0503020204020204" charset="-122"/>
                <a:cs typeface="Times New Roman" panose="02020603050405020304" charset="0"/>
                <a:sym typeface="+mn-ea"/>
              </a:rPr>
              <a:t>Hash or Merge? </a:t>
            </a:r>
            <a:endParaRPr kumimoji="0" lang="en-US" altLang="zh-CN" sz="4000" b="1" i="0" u="none" strike="noStrike" kern="1200" cap="none" spc="0" normalizeH="0" baseline="0" noProof="0" dirty="0">
              <a:ln>
                <a:noFill/>
              </a:ln>
              <a:solidFill>
                <a:sysClr val="window" lastClr="FFFFFF"/>
              </a:solidFill>
              <a:effectLst/>
              <a:uLnTx/>
              <a:uFillTx/>
              <a:latin typeface="微软雅黑" panose="020B0503020204020204" charset="-122"/>
              <a:ea typeface="微软雅黑" panose="020B0503020204020204" charset="-122"/>
              <a:cs typeface="Times New Roman" panose="02020603050405020304" charset="0"/>
            </a:endParaRPr>
          </a:p>
          <a:p>
            <a:pPr lvl="0" algn="ctr">
              <a:defRPr/>
            </a:pPr>
            <a:r>
              <a:rPr lang="en-US" altLang="zh-CN" sz="4000" b="1" noProof="0" dirty="0">
                <a:ln>
                  <a:noFill/>
                </a:ln>
                <a:solidFill>
                  <a:sysClr val="window" lastClr="FFFFFF"/>
                </a:solidFill>
                <a:effectLst/>
                <a:uLnTx/>
                <a:uFillTx/>
                <a:latin typeface="微软雅黑" panose="020B0503020204020204" charset="-122"/>
                <a:ea typeface="微软雅黑" panose="020B0503020204020204" charset="-122"/>
                <a:cs typeface="Times New Roman" panose="02020603050405020304" charset="0"/>
                <a:sym typeface="+mn-ea"/>
              </a:rPr>
              <a:t>Adaptive GPU Acceleration for SpGEMM</a:t>
            </a:r>
            <a:endParaRPr lang="zh-CN" altLang="en-US" sz="4000" b="1" dirty="0">
              <a:solidFill>
                <a:schemeClr val="bg1"/>
              </a:solidFill>
              <a:latin typeface="微软雅黑" panose="020B0503020204020204" charset="-122"/>
              <a:ea typeface="微软雅黑" panose="020B0503020204020204" charset="-122"/>
            </a:endParaRPr>
          </a:p>
        </p:txBody>
      </p:sp>
      <p:pic>
        <p:nvPicPr>
          <p:cNvPr id="17" name="图片 16"/>
          <p:cNvPicPr>
            <a:picLocks noChangeAspect="1"/>
          </p:cNvPicPr>
          <p:nvPr/>
        </p:nvPicPr>
        <p:blipFill>
          <a:blip r:embed="rId3" cstate="screen"/>
          <a:stretch>
            <a:fillRect/>
          </a:stretch>
        </p:blipFill>
        <p:spPr>
          <a:xfrm>
            <a:off x="420509" y="320507"/>
            <a:ext cx="4779791" cy="639948"/>
          </a:xfrm>
          <a:prstGeom prst="rect">
            <a:avLst/>
          </a:prstGeom>
        </p:spPr>
      </p:pic>
      <p:pic>
        <p:nvPicPr>
          <p:cNvPr id="91" name="图片 9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094980" y="274320"/>
            <a:ext cx="3272790" cy="686435"/>
          </a:xfrm>
          <a:prstGeom prst="rect">
            <a:avLst/>
          </a:prstGeom>
        </p:spPr>
      </p:pic>
      <p:sp>
        <p:nvSpPr>
          <p:cNvPr id="85" name="文本框 84"/>
          <p:cNvSpPr txBox="1"/>
          <p:nvPr/>
        </p:nvSpPr>
        <p:spPr>
          <a:xfrm>
            <a:off x="484505" y="3935730"/>
            <a:ext cx="11305540" cy="2495550"/>
          </a:xfrm>
          <a:prstGeom prst="rect">
            <a:avLst/>
          </a:prstGeom>
          <a:noFill/>
        </p:spPr>
        <p:txBody>
          <a:bodyPr wrap="square" rtlCol="0">
            <a:spAutoFit/>
          </a:bodyPr>
          <a:lstStyle/>
          <a:p>
            <a:pPr algn="ctr">
              <a:lnSpc>
                <a:spcPct val="125000"/>
              </a:lnSpc>
            </a:pPr>
            <a:r>
              <a:rPr lang="en-US" altLang="zh-CN" sz="2400" dirty="0">
                <a:latin typeface="微软雅黑" panose="020B0503020204020204" charset="-122"/>
                <a:ea typeface="微软雅黑" panose="020B0503020204020204" charset="-122"/>
                <a:cs typeface="Times New Roman" panose="02020603050405020304" charset="0"/>
                <a:sym typeface="+mn-ea"/>
              </a:rPr>
              <a:t>Tengfei Xia, Yizhou Xue</a:t>
            </a:r>
            <a:endParaRPr lang="en-US" altLang="zh-CN" sz="2400" dirty="0">
              <a:latin typeface="微软雅黑" panose="020B0503020204020204" charset="-122"/>
              <a:ea typeface="微软雅黑" panose="020B0503020204020204" charset="-122"/>
              <a:cs typeface="Times New Roman" panose="02020603050405020304" charset="0"/>
              <a:sym typeface="+mn-ea"/>
            </a:endParaRPr>
          </a:p>
          <a:p>
            <a:pPr algn="ctr">
              <a:lnSpc>
                <a:spcPct val="125000"/>
              </a:lnSpc>
            </a:pPr>
            <a:r>
              <a:rPr lang="en-US" altLang="zh-CN" sz="2400" dirty="0">
                <a:latin typeface="微软雅黑" panose="020B0503020204020204" charset="-122"/>
                <a:ea typeface="微软雅黑" panose="020B0503020204020204" charset="-122"/>
                <a:cs typeface="Times New Roman" panose="02020603050405020304" charset="0"/>
                <a:sym typeface="+mn-ea"/>
              </a:rPr>
              <a:t>Advisor: Zhihua Fan</a:t>
            </a:r>
            <a:endParaRPr lang="en-US" altLang="zh-CN" sz="2400" dirty="0">
              <a:latin typeface="微软雅黑" panose="020B0503020204020204" charset="-122"/>
              <a:ea typeface="微软雅黑" panose="020B0503020204020204" charset="-122"/>
              <a:cs typeface="Times New Roman" panose="02020603050405020304" charset="0"/>
              <a:sym typeface="+mn-ea"/>
            </a:endParaRPr>
          </a:p>
          <a:p>
            <a:pPr algn="ctr">
              <a:lnSpc>
                <a:spcPct val="125000"/>
              </a:lnSpc>
            </a:pPr>
            <a:endParaRPr lang="en-US" altLang="zh-CN" sz="2000" baseline="30000" dirty="0">
              <a:latin typeface="微软雅黑" panose="020B0503020204020204" charset="-122"/>
              <a:ea typeface="微软雅黑" panose="020B0503020204020204" charset="-122"/>
              <a:cs typeface="Times New Roman" panose="02020603050405020304" charset="0"/>
            </a:endParaRPr>
          </a:p>
          <a:p>
            <a:pPr algn="ctr">
              <a:lnSpc>
                <a:spcPct val="125000"/>
              </a:lnSpc>
            </a:pPr>
            <a:r>
              <a:rPr lang="en-US" altLang="zh-CN" sz="2000" i="1" dirty="0">
                <a:latin typeface="微软雅黑" panose="020B0503020204020204" charset="-122"/>
                <a:ea typeface="微软雅黑" panose="020B0503020204020204" charset="-122"/>
                <a:cs typeface="Times New Roman" panose="02020603050405020304" charset="0"/>
              </a:rPr>
              <a:t>State Key Laboratory of Processors, Institute of Computing Technology, CAS</a:t>
            </a:r>
            <a:endParaRPr lang="en-US" altLang="zh-CN" sz="2000" i="1" dirty="0">
              <a:latin typeface="微软雅黑" panose="020B0503020204020204" charset="-122"/>
              <a:ea typeface="微软雅黑" panose="020B0503020204020204" charset="-122"/>
              <a:cs typeface="Times New Roman" panose="02020603050405020304" charset="0"/>
            </a:endParaRPr>
          </a:p>
          <a:p>
            <a:pPr algn="ctr">
              <a:lnSpc>
                <a:spcPct val="125000"/>
              </a:lnSpc>
            </a:pPr>
            <a:r>
              <a:rPr lang="en-US" altLang="zh-CN" sz="2000" i="1" dirty="0">
                <a:latin typeface="微软雅黑" panose="020B0503020204020204" charset="-122"/>
                <a:ea typeface="微软雅黑" panose="020B0503020204020204" charset="-122"/>
                <a:cs typeface="Times New Roman" panose="02020603050405020304" charset="0"/>
                <a:sym typeface="+mn-ea"/>
              </a:rPr>
              <a:t>University of Chinese Academy of Science</a:t>
            </a:r>
            <a:endParaRPr lang="en-US" altLang="zh-CN" sz="2400" i="1" dirty="0">
              <a:latin typeface="Times New Roman" panose="02020603050405020304" charset="0"/>
              <a:ea typeface="黑体" panose="02010609060101010101" pitchFamily="49" charset="-122"/>
              <a:cs typeface="Times New Roman" panose="02020603050405020304" charset="0"/>
            </a:endParaRPr>
          </a:p>
          <a:p>
            <a:pPr>
              <a:lnSpc>
                <a:spcPct val="125000"/>
              </a:lnSpc>
            </a:pPr>
            <a:endParaRPr lang="zh-CN" altLang="en-US" sz="2400" i="1" dirty="0">
              <a:latin typeface="Times New Roman" panose="02020603050405020304" charset="0"/>
              <a:ea typeface="黑体" panose="02010609060101010101" pitchFamily="49" charset="-122"/>
              <a:cs typeface="Times New Roman" panose="02020603050405020304" charset="0"/>
            </a:endParaRPr>
          </a:p>
        </p:txBody>
      </p:sp>
    </p:spTree>
    <p:custDataLst>
      <p:tags r:id="rId5"/>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3" name="矩形 212"/>
          <p:cNvSpPr/>
          <p:nvPr/>
        </p:nvSpPr>
        <p:spPr>
          <a:xfrm rot="5400000">
            <a:off x="8270240" y="2242185"/>
            <a:ext cx="1619885" cy="5187950"/>
          </a:xfrm>
          <a:prstGeom prst="rect">
            <a:avLst/>
          </a:prstGeom>
          <a:solidFill>
            <a:schemeClr val="bg1">
              <a:lumMod val="95000"/>
            </a:schemeClr>
          </a:solidFill>
          <a:ln>
            <a:solidFill>
              <a:schemeClr val="tx1"/>
            </a:solidFill>
          </a:ln>
        </p:spPr>
        <p:style>
          <a:lnRef idx="2">
            <a:schemeClr val="accent1"/>
          </a:lnRef>
          <a:fillRef idx="0">
            <a:srgbClr val="FFFFFF"/>
          </a:fillRef>
          <a:effectRef idx="0">
            <a:srgbClr val="FFFFFF"/>
          </a:effectRef>
          <a:fontRef idx="minor">
            <a:schemeClr val="tx1"/>
          </a:fontRef>
        </p:style>
        <p:txBody>
          <a:bodyPr wrap="none" lIns="162000" anchor="ctr"/>
          <a:p>
            <a:pPr marL="0" lvl="0" indent="0" algn="l" eaLnBrk="1" hangingPunct="1">
              <a:lnSpc>
                <a:spcPct val="130000"/>
              </a:lnSpc>
              <a:spcBef>
                <a:spcPct val="0"/>
              </a:spcBef>
              <a:buSzPct val="80000"/>
              <a:buFont typeface="Wingdings" panose="05000000000000000000" pitchFamily="2" charset="2"/>
              <a:buNone/>
            </a:pPr>
            <a:endParaRPr lang="en-US" altLang="zh-CN" sz="2400" b="1" dirty="0">
              <a:solidFill>
                <a:srgbClr val="1485A4"/>
              </a:solidFill>
              <a:latin typeface="Times New Roman" panose="02020603050405020304" charset="0"/>
              <a:ea typeface="微软雅黑" panose="020B0503020204020204" charset="-122"/>
              <a:sym typeface="+mn-ea"/>
            </a:endParaRPr>
          </a:p>
        </p:txBody>
      </p:sp>
      <p:sp>
        <p:nvSpPr>
          <p:cNvPr id="7" name="灯片编号占位符 3"/>
          <p:cNvSpPr>
            <a:spLocks noGrp="1"/>
          </p:cNvSpPr>
          <p:nvPr>
            <p:custDataLst>
              <p:tags r:id="rId1"/>
            </p:custDataLst>
          </p:nvPr>
        </p:nvSpPr>
        <p:spPr>
          <a:xfrm>
            <a:off x="9899650" y="6490335"/>
            <a:ext cx="2133600" cy="365125"/>
          </a:xfrm>
          <a:prstGeom prst="rect">
            <a:avLst/>
          </a:prstGeom>
        </p:spPr>
        <p:txBody>
          <a:bodyPr vert="horz" lIns="91440" tIns="45720" rIns="91440" bIns="45720" rtlCol="0" anchor="ctr"/>
          <a:lstStyle>
            <a:defPPr>
              <a:defRPr lang="zh-CN"/>
            </a:defPPr>
            <a:lvl1pPr marL="0" algn="r" defTabSz="914400" rtl="0" eaLnBrk="1" fontAlgn="auto" latinLnBrk="0" hangingPunct="1">
              <a:spcBef>
                <a:spcPts val="0"/>
              </a:spcBef>
              <a:spcAft>
                <a:spcPts val="0"/>
              </a:spcAft>
              <a:defRPr sz="1200" b="1" kern="1200">
                <a:solidFill>
                  <a:schemeClr val="tx1">
                    <a:tint val="75000"/>
                  </a:schemeClr>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261D8B3-0104-4129-817E-1C07D6A99DE4}" type="slidenum">
              <a:rPr lang="zh-CN" altLang="en-US" sz="1400" smtClean="0">
                <a:solidFill>
                  <a:prstClr val="black">
                    <a:tint val="75000"/>
                  </a:prstClr>
                </a:solidFill>
              </a:rPr>
            </a:fld>
            <a:endParaRPr lang="zh-CN" altLang="en-US" sz="1400">
              <a:solidFill>
                <a:prstClr val="black">
                  <a:tint val="75000"/>
                </a:prstClr>
              </a:solidFill>
            </a:endParaRPr>
          </a:p>
        </p:txBody>
      </p:sp>
      <p:pic>
        <p:nvPicPr>
          <p:cNvPr id="8" name="图片 7"/>
          <p:cNvPicPr>
            <a:picLocks noChangeAspect="1"/>
          </p:cNvPicPr>
          <p:nvPr/>
        </p:nvPicPr>
        <p:blipFill rotWithShape="1">
          <a:blip r:embed="rId2" cstate="print">
            <a:duotone>
              <a:schemeClr val="accent6">
                <a:shade val="45000"/>
                <a:satMod val="135000"/>
              </a:schemeClr>
              <a:prstClr val="white"/>
            </a:duotone>
          </a:blip>
          <a:srcRect r="76362"/>
          <a:stretch>
            <a:fillRect/>
          </a:stretch>
        </p:blipFill>
        <p:spPr>
          <a:xfrm>
            <a:off x="11141111" y="0"/>
            <a:ext cx="804015" cy="719931"/>
          </a:xfrm>
          <a:prstGeom prst="rect">
            <a:avLst/>
          </a:prstGeom>
        </p:spPr>
      </p:pic>
      <p:sp>
        <p:nvSpPr>
          <p:cNvPr id="4" name="文本框 3"/>
          <p:cNvSpPr txBox="1"/>
          <p:nvPr>
            <p:custDataLst>
              <p:tags r:id="rId3"/>
            </p:custDataLst>
          </p:nvPr>
        </p:nvSpPr>
        <p:spPr>
          <a:xfrm>
            <a:off x="288290" y="30480"/>
            <a:ext cx="7506970" cy="641350"/>
          </a:xfrm>
          <a:prstGeom prst="rect">
            <a:avLst/>
          </a:prstGeom>
          <a:noFill/>
        </p:spPr>
        <p:txBody>
          <a:bodyPr wrap="square" rtlCol="0">
            <a:noAutofit/>
          </a:bodyPr>
          <a:lstStyle/>
          <a:p>
            <a:r>
              <a:rPr kumimoji="1" lang="en-US" altLang="zh-CN" sz="3600" b="1" dirty="0">
                <a:solidFill>
                  <a:schemeClr val="bg1"/>
                </a:solidFill>
                <a:latin typeface="微软雅黑" panose="020B0503020204020204" charset="-122"/>
                <a:ea typeface="微软雅黑" panose="020B0503020204020204" charset="-122"/>
              </a:rPr>
              <a:t>B</a:t>
            </a:r>
            <a:r>
              <a:rPr kumimoji="1" lang="en-US" altLang="zh-CN" sz="3600" b="1" dirty="0">
                <a:solidFill>
                  <a:schemeClr val="bg1"/>
                </a:solidFill>
                <a:latin typeface="微软雅黑" panose="020B0503020204020204" charset="-122"/>
                <a:ea typeface="微软雅黑" panose="020B0503020204020204" charset="-122"/>
              </a:rPr>
              <a:t>ackground</a:t>
            </a:r>
            <a:endParaRPr kumimoji="1" lang="en-US" altLang="zh-CN" sz="3600" b="1" dirty="0">
              <a:solidFill>
                <a:schemeClr val="bg1"/>
              </a:solidFill>
              <a:latin typeface="微软雅黑" panose="020B0503020204020204" charset="-122"/>
              <a:ea typeface="微软雅黑" panose="020B0503020204020204" charset="-122"/>
            </a:endParaRPr>
          </a:p>
        </p:txBody>
      </p:sp>
      <p:sp>
        <p:nvSpPr>
          <p:cNvPr id="10" name="文本框 9"/>
          <p:cNvSpPr txBox="1"/>
          <p:nvPr/>
        </p:nvSpPr>
        <p:spPr>
          <a:xfrm>
            <a:off x="104140" y="671830"/>
            <a:ext cx="12087860" cy="603250"/>
          </a:xfrm>
          <a:prstGeom prst="rect">
            <a:avLst/>
          </a:prstGeom>
          <a:noFill/>
        </p:spPr>
        <p:txBody>
          <a:bodyPr wrap="square">
            <a:noAutofit/>
          </a:bodyPr>
          <a:lstStyle/>
          <a:p>
            <a:pPr marL="342900" indent="-342900">
              <a:lnSpc>
                <a:spcPct val="150000"/>
              </a:lnSpc>
              <a:buFont typeface="Wingdings" panose="05000000000000000000" pitchFamily="2" charset="2"/>
              <a:buChar char="n"/>
            </a:pPr>
            <a:r>
              <a:rPr kumimoji="1" lang="zh-CN" altLang="en-US" sz="2400" b="1" dirty="0">
                <a:ea typeface="微软雅黑" panose="020B0503020204020204" charset="-122"/>
              </a:rPr>
              <a:t> </a:t>
            </a:r>
            <a:r>
              <a:rPr kumimoji="1" lang="en-US" altLang="zh-CN" sz="2000" b="1" dirty="0">
                <a:solidFill>
                  <a:schemeClr val="tx1"/>
                </a:solidFill>
                <a:latin typeface="微软雅黑" panose="020B0503020204020204" charset="-122"/>
                <a:ea typeface="微软雅黑" panose="020B0503020204020204" charset="-122"/>
              </a:rPr>
              <a:t>Mainstream SpGEMM methods mainly adopt</a:t>
            </a:r>
            <a:r>
              <a:rPr kumimoji="1" lang="en-US" altLang="zh-CN" sz="2000" b="1" dirty="0">
                <a:solidFill>
                  <a:srgbClr val="C00000"/>
                </a:solidFill>
                <a:latin typeface="微软雅黑" panose="020B0503020204020204" charset="-122"/>
                <a:ea typeface="微软雅黑" panose="020B0503020204020204" charset="-122"/>
              </a:rPr>
              <a:t> </a:t>
            </a:r>
            <a:r>
              <a:rPr kumimoji="1" lang="en-US" altLang="zh-CN" sz="2000" b="1" dirty="0">
                <a:solidFill>
                  <a:srgbClr val="FF0000"/>
                </a:solidFill>
                <a:latin typeface="微软雅黑" panose="020B0503020204020204" charset="-122"/>
                <a:ea typeface="微软雅黑" panose="020B0503020204020204" charset="-122"/>
              </a:rPr>
              <a:t>Merge-Based</a:t>
            </a:r>
            <a:r>
              <a:rPr kumimoji="1" lang="en-US" altLang="zh-CN" sz="2000" b="1" dirty="0">
                <a:solidFill>
                  <a:srgbClr val="C00000"/>
                </a:solidFill>
                <a:latin typeface="微软雅黑" panose="020B0503020204020204" charset="-122"/>
                <a:ea typeface="微软雅黑" panose="020B0503020204020204" charset="-122"/>
              </a:rPr>
              <a:t> </a:t>
            </a:r>
            <a:r>
              <a:rPr kumimoji="1" lang="en-US" altLang="zh-CN" sz="2000" b="1" dirty="0">
                <a:solidFill>
                  <a:schemeClr val="tx1"/>
                </a:solidFill>
                <a:latin typeface="微软雅黑" panose="020B0503020204020204" charset="-122"/>
                <a:ea typeface="微软雅黑" panose="020B0503020204020204" charset="-122"/>
              </a:rPr>
              <a:t>or</a:t>
            </a:r>
            <a:r>
              <a:rPr kumimoji="1" lang="en-US" altLang="zh-CN" sz="2000" b="1" dirty="0">
                <a:solidFill>
                  <a:srgbClr val="C00000"/>
                </a:solidFill>
                <a:latin typeface="微软雅黑" panose="020B0503020204020204" charset="-122"/>
                <a:ea typeface="微软雅黑" panose="020B0503020204020204" charset="-122"/>
              </a:rPr>
              <a:t> </a:t>
            </a:r>
            <a:r>
              <a:rPr kumimoji="1" lang="en-US" altLang="zh-CN" sz="2000" b="1" dirty="0">
                <a:solidFill>
                  <a:srgbClr val="FF0000"/>
                </a:solidFill>
                <a:latin typeface="微软雅黑" panose="020B0503020204020204" charset="-122"/>
                <a:ea typeface="微软雅黑" panose="020B0503020204020204" charset="-122"/>
              </a:rPr>
              <a:t>Hash-Based</a:t>
            </a:r>
            <a:r>
              <a:rPr kumimoji="1" lang="en-US" altLang="zh-CN" sz="2000" b="1" dirty="0">
                <a:solidFill>
                  <a:srgbClr val="C00000"/>
                </a:solidFill>
                <a:latin typeface="微软雅黑" panose="020B0503020204020204" charset="-122"/>
                <a:ea typeface="微软雅黑" panose="020B0503020204020204" charset="-122"/>
              </a:rPr>
              <a:t> </a:t>
            </a:r>
            <a:r>
              <a:rPr kumimoji="1" lang="en-US" altLang="zh-CN" sz="2000" b="1" dirty="0">
                <a:solidFill>
                  <a:schemeClr val="tx1"/>
                </a:solidFill>
                <a:ea typeface="微软雅黑" panose="020B0503020204020204" charset="-122"/>
              </a:rPr>
              <a:t>accumulation</a:t>
            </a:r>
            <a:endParaRPr kumimoji="1" lang="en-US" altLang="zh-CN" sz="2000" b="1" dirty="0">
              <a:solidFill>
                <a:schemeClr val="tx1"/>
              </a:solidFill>
              <a:ea typeface="微软雅黑" panose="020B0503020204020204" charset="-122"/>
            </a:endParaRPr>
          </a:p>
          <a:p>
            <a:pPr>
              <a:lnSpc>
                <a:spcPct val="150000"/>
              </a:lnSpc>
              <a:buFont typeface="Wingdings" panose="05000000000000000000" pitchFamily="2" charset="2"/>
            </a:pPr>
            <a:r>
              <a:rPr kumimoji="1" lang="en-US" altLang="zh-CN" sz="2000" b="1" dirty="0">
                <a:solidFill>
                  <a:schemeClr val="tx1"/>
                </a:solidFill>
                <a:ea typeface="微软雅黑" panose="020B0503020204020204" charset="-122"/>
              </a:rPr>
              <a:t>accumulation</a:t>
            </a:r>
            <a:r>
              <a:rPr kumimoji="1" lang="zh-CN" altLang="en-US" sz="2000" b="1" dirty="0">
                <a:solidFill>
                  <a:schemeClr val="tx1"/>
                </a:solidFill>
                <a:ea typeface="微软雅黑" panose="020B0503020204020204" charset="-122"/>
              </a:rPr>
              <a:t>时间占比</a:t>
            </a:r>
            <a:r>
              <a:rPr kumimoji="1" lang="zh-CN" altLang="en-US" sz="2000" b="1" dirty="0">
                <a:solidFill>
                  <a:schemeClr val="tx1"/>
                </a:solidFill>
                <a:ea typeface="微软雅黑" panose="020B0503020204020204" charset="-122"/>
              </a:rPr>
              <a:t>图</a:t>
            </a:r>
            <a:endParaRPr kumimoji="1" lang="zh-CN" altLang="en-US" sz="2000" b="1" dirty="0">
              <a:solidFill>
                <a:schemeClr val="tx1"/>
              </a:solidFill>
              <a:ea typeface="微软雅黑" panose="020B0503020204020204" charset="-122"/>
            </a:endParaRPr>
          </a:p>
        </p:txBody>
      </p:sp>
      <p:sp>
        <p:nvSpPr>
          <p:cNvPr id="12" name="矩形: 圆角 4"/>
          <p:cNvSpPr/>
          <p:nvPr>
            <p:custDataLst>
              <p:tags r:id="rId4"/>
            </p:custDataLst>
          </p:nvPr>
        </p:nvSpPr>
        <p:spPr>
          <a:xfrm>
            <a:off x="360680" y="2191385"/>
            <a:ext cx="5612130" cy="4340225"/>
          </a:xfrm>
          <a:prstGeom prst="roundRect">
            <a:avLst>
              <a:gd name="adj" fmla="val 2900"/>
            </a:avLst>
          </a:prstGeom>
          <a:noFill/>
          <a:ln w="19050" cap="flat" cmpd="sng" algn="ctr">
            <a:solidFill>
              <a:schemeClr val="tx1">
                <a:alpha val="20000"/>
              </a:schemeClr>
            </a:solidFill>
            <a:prstDash val="dash"/>
            <a:miter lim="800000"/>
          </a:ln>
          <a:effectLst>
            <a:outerShdw blurRad="88900" dist="38100" dir="5400000" algn="t" rotWithShape="0">
              <a:srgbClr val="0A4996">
                <a:alpha val="20000"/>
              </a:srgbClr>
            </a:outerShdw>
          </a:effectLst>
        </p:spPr>
        <p:txBody>
          <a:bodyPr rtlCol="0" anchor="ctr"/>
          <a:lstStyle/>
          <a:p>
            <a:pPr algn="ctr"/>
            <a:endParaRPr lang="zh-CN" altLang="en-US" sz="2800" b="1" dirty="0">
              <a:solidFill>
                <a:srgbClr val="0044A8"/>
              </a:solidFill>
            </a:endParaRPr>
          </a:p>
        </p:txBody>
      </p:sp>
      <p:sp>
        <p:nvSpPr>
          <p:cNvPr id="38" name="矩形: 圆角 4"/>
          <p:cNvSpPr/>
          <p:nvPr>
            <p:custDataLst>
              <p:tags r:id="rId5"/>
            </p:custDataLst>
          </p:nvPr>
        </p:nvSpPr>
        <p:spPr>
          <a:xfrm>
            <a:off x="6219190" y="2191385"/>
            <a:ext cx="5612130" cy="4340860"/>
          </a:xfrm>
          <a:prstGeom prst="roundRect">
            <a:avLst>
              <a:gd name="adj" fmla="val 2900"/>
            </a:avLst>
          </a:prstGeom>
          <a:noFill/>
          <a:ln w="19050" cap="flat" cmpd="sng" algn="ctr">
            <a:solidFill>
              <a:schemeClr val="tx1">
                <a:alpha val="20000"/>
              </a:schemeClr>
            </a:solidFill>
            <a:prstDash val="dash"/>
            <a:miter lim="800000"/>
          </a:ln>
          <a:effectLst>
            <a:outerShdw blurRad="88900" dist="38100" dir="5400000" algn="t" rotWithShape="0">
              <a:srgbClr val="0A4996">
                <a:alpha val="20000"/>
              </a:srgbClr>
            </a:outerShdw>
          </a:effectLst>
        </p:spPr>
        <p:txBody>
          <a:bodyPr rtlCol="0" anchor="ctr"/>
          <a:lstStyle/>
          <a:p>
            <a:pPr algn="ctr"/>
            <a:endParaRPr lang="zh-CN" altLang="en-US" sz="2800" b="1" dirty="0">
              <a:solidFill>
                <a:srgbClr val="0044A8"/>
              </a:solidFill>
            </a:endParaRPr>
          </a:p>
        </p:txBody>
      </p:sp>
      <p:sp>
        <p:nvSpPr>
          <p:cNvPr id="39" name="矩形: 圆角 38"/>
          <p:cNvSpPr/>
          <p:nvPr>
            <p:custDataLst>
              <p:tags r:id="rId6"/>
            </p:custDataLst>
          </p:nvPr>
        </p:nvSpPr>
        <p:spPr>
          <a:xfrm>
            <a:off x="360045" y="1928495"/>
            <a:ext cx="5612765" cy="420370"/>
          </a:xfrm>
          <a:prstGeom prst="roundRect">
            <a:avLst/>
          </a:prstGeom>
          <a:solidFill>
            <a:srgbClr val="0D77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latin typeface="微软雅黑" panose="020B0503020204020204" charset="-122"/>
                <a:ea typeface="微软雅黑" panose="020B0503020204020204" charset="-122"/>
              </a:rPr>
              <a:t>Merge-Based </a:t>
            </a:r>
            <a:endParaRPr lang="zh-CN" altLang="en-US" b="1" dirty="0">
              <a:latin typeface="微软雅黑" panose="020B0503020204020204" charset="-122"/>
              <a:ea typeface="微软雅黑" panose="020B0503020204020204" charset="-122"/>
            </a:endParaRPr>
          </a:p>
        </p:txBody>
      </p:sp>
      <p:sp>
        <p:nvSpPr>
          <p:cNvPr id="40" name="矩形: 圆角 39"/>
          <p:cNvSpPr/>
          <p:nvPr>
            <p:custDataLst>
              <p:tags r:id="rId7"/>
            </p:custDataLst>
          </p:nvPr>
        </p:nvSpPr>
        <p:spPr>
          <a:xfrm>
            <a:off x="6219190" y="1928495"/>
            <a:ext cx="5612130" cy="420370"/>
          </a:xfrm>
          <a:prstGeom prst="roundRect">
            <a:avLst/>
          </a:prstGeom>
          <a:solidFill>
            <a:srgbClr val="0D77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latin typeface="微软雅黑" panose="020B0503020204020204" charset="-122"/>
                <a:ea typeface="微软雅黑" panose="020B0503020204020204" charset="-122"/>
              </a:rPr>
              <a:t>Hash</a:t>
            </a:r>
            <a:r>
              <a:rPr lang="en-US" altLang="zh-CN" b="1" dirty="0">
                <a:latin typeface="微软雅黑" panose="020B0503020204020204" charset="-122"/>
                <a:ea typeface="微软雅黑" panose="020B0503020204020204" charset="-122"/>
                <a:sym typeface="+mn-ea"/>
              </a:rPr>
              <a:t>-Based</a:t>
            </a:r>
            <a:endParaRPr lang="en-US" altLang="zh-CN" b="1" dirty="0">
              <a:latin typeface="微软雅黑" panose="020B0503020204020204" charset="-122"/>
              <a:ea typeface="微软雅黑" panose="020B0503020204020204" charset="-122"/>
            </a:endParaRPr>
          </a:p>
        </p:txBody>
      </p:sp>
      <p:sp>
        <p:nvSpPr>
          <p:cNvPr id="6" name="文本框 5"/>
          <p:cNvSpPr txBox="1"/>
          <p:nvPr>
            <p:custDataLst>
              <p:tags r:id="rId8"/>
            </p:custDataLst>
          </p:nvPr>
        </p:nvSpPr>
        <p:spPr>
          <a:xfrm>
            <a:off x="606425" y="2447925"/>
            <a:ext cx="5447665" cy="645160"/>
          </a:xfrm>
          <a:prstGeom prst="rect">
            <a:avLst/>
          </a:prstGeom>
          <a:noFill/>
        </p:spPr>
        <p:txBody>
          <a:bodyPr wrap="square" rtlCol="0">
            <a:spAutoFit/>
          </a:bodyPr>
          <a:p>
            <a:pPr marL="285750" indent="-285750">
              <a:buFont typeface="Wingdings" panose="05000000000000000000" charset="0"/>
              <a:buChar char="Ø"/>
            </a:pPr>
            <a:r>
              <a:rPr lang="en-US" altLang="zh-CN" b="1" dirty="0">
                <a:latin typeface="微软雅黑" panose="020B0503020204020204" charset="-122"/>
                <a:ea typeface="微软雅黑" panose="020B0503020204020204" charset="-122"/>
                <a:sym typeface="+mn-ea"/>
              </a:rPr>
              <a:t>PPoPP 19/MICRO 20/ASPLOS 21/PACT 25</a:t>
            </a:r>
            <a:endParaRPr lang="zh-CN" altLang="en-US" dirty="0">
              <a:latin typeface="微软雅黑" panose="020B0503020204020204" charset="-122"/>
              <a:ea typeface="微软雅黑" panose="020B0503020204020204" charset="-122"/>
            </a:endParaRPr>
          </a:p>
          <a:p>
            <a:endParaRPr lang="zh-CN" altLang="en-US"/>
          </a:p>
        </p:txBody>
      </p:sp>
      <p:sp>
        <p:nvSpPr>
          <p:cNvPr id="9" name="文本框 8"/>
          <p:cNvSpPr txBox="1"/>
          <p:nvPr>
            <p:custDataLst>
              <p:tags r:id="rId9"/>
            </p:custDataLst>
          </p:nvPr>
        </p:nvSpPr>
        <p:spPr>
          <a:xfrm>
            <a:off x="6301105" y="2447925"/>
            <a:ext cx="5447665" cy="368300"/>
          </a:xfrm>
          <a:prstGeom prst="rect">
            <a:avLst/>
          </a:prstGeom>
          <a:noFill/>
        </p:spPr>
        <p:txBody>
          <a:bodyPr wrap="square" rtlCol="0">
            <a:spAutoFit/>
          </a:bodyPr>
          <a:p>
            <a:pPr marL="285750" indent="-285750">
              <a:buFont typeface="Wingdings" panose="05000000000000000000" charset="0"/>
              <a:buChar char="Ø"/>
            </a:pPr>
            <a:r>
              <a:rPr lang="en-US" altLang="zh-CN" b="1" dirty="0">
                <a:latin typeface="微软雅黑" panose="020B0503020204020204" charset="-122"/>
                <a:ea typeface="微软雅黑" panose="020B0503020204020204" charset="-122"/>
                <a:sym typeface="+mn-ea"/>
              </a:rPr>
              <a:t>PPoPP 20/IEEE Access 22/ISCA 24/HPCA 25</a:t>
            </a:r>
            <a:endParaRPr lang="zh-CN" altLang="en-US"/>
          </a:p>
        </p:txBody>
      </p:sp>
      <p:sp>
        <p:nvSpPr>
          <p:cNvPr id="21" name="矩形 20"/>
          <p:cNvSpPr/>
          <p:nvPr/>
        </p:nvSpPr>
        <p:spPr>
          <a:xfrm rot="5400000">
            <a:off x="2339340" y="2529205"/>
            <a:ext cx="1619885" cy="4610100"/>
          </a:xfrm>
          <a:prstGeom prst="rect">
            <a:avLst/>
          </a:prstGeom>
          <a:solidFill>
            <a:schemeClr val="bg1">
              <a:lumMod val="95000"/>
            </a:schemeClr>
          </a:solidFill>
          <a:ln>
            <a:solidFill>
              <a:schemeClr val="tx1"/>
            </a:solidFill>
          </a:ln>
        </p:spPr>
        <p:style>
          <a:lnRef idx="2">
            <a:schemeClr val="accent1"/>
          </a:lnRef>
          <a:fillRef idx="0">
            <a:srgbClr val="FFFFFF"/>
          </a:fillRef>
          <a:effectRef idx="0">
            <a:srgbClr val="FFFFFF"/>
          </a:effectRef>
          <a:fontRef idx="minor">
            <a:schemeClr val="tx1"/>
          </a:fontRef>
        </p:style>
        <p:txBody>
          <a:bodyPr wrap="none" lIns="162000" anchor="ctr"/>
          <a:p>
            <a:pPr marL="0" lvl="0" indent="0" algn="l" eaLnBrk="1" hangingPunct="1">
              <a:lnSpc>
                <a:spcPct val="130000"/>
              </a:lnSpc>
              <a:spcBef>
                <a:spcPct val="0"/>
              </a:spcBef>
              <a:buSzPct val="80000"/>
              <a:buFont typeface="Wingdings" panose="05000000000000000000" pitchFamily="2" charset="2"/>
              <a:buNone/>
            </a:pPr>
            <a:endParaRPr lang="en-US" altLang="zh-CN" sz="2400" b="1" dirty="0">
              <a:solidFill>
                <a:srgbClr val="1485A4"/>
              </a:solidFill>
              <a:latin typeface="Times New Roman" panose="02020603050405020304" charset="0"/>
              <a:ea typeface="微软雅黑" panose="020B0503020204020204" charset="-122"/>
              <a:sym typeface="+mn-ea"/>
            </a:endParaRPr>
          </a:p>
        </p:txBody>
      </p:sp>
      <p:sp>
        <p:nvSpPr>
          <p:cNvPr id="22" name="文本框 21"/>
          <p:cNvSpPr txBox="1"/>
          <p:nvPr/>
        </p:nvSpPr>
        <p:spPr>
          <a:xfrm>
            <a:off x="1247775" y="4004945"/>
            <a:ext cx="3873500" cy="368300"/>
          </a:xfrm>
          <a:prstGeom prst="rect">
            <a:avLst/>
          </a:prstGeom>
          <a:noFill/>
        </p:spPr>
        <p:txBody>
          <a:bodyPr wrap="square" rtlCol="0">
            <a:spAutoFit/>
          </a:bodyPr>
          <a:p>
            <a:pPr algn="ctr"/>
            <a:r>
              <a:rPr lang="en-US" altLang="zh-CN" b="1">
                <a:latin typeface="微软雅黑" panose="020B0503020204020204" charset="-122"/>
                <a:ea typeface="微软雅黑" panose="020B0503020204020204" charset="-122"/>
              </a:rPr>
              <a:t>Merge Accumulato</a:t>
            </a:r>
            <a:r>
              <a:rPr lang="en-US" altLang="zh-CN" b="1"/>
              <a:t>r</a:t>
            </a:r>
            <a:endParaRPr lang="en-US" altLang="zh-CN" b="1"/>
          </a:p>
        </p:txBody>
      </p:sp>
      <p:sp>
        <p:nvSpPr>
          <p:cNvPr id="23" name="矩形 22"/>
          <p:cNvSpPr/>
          <p:nvPr/>
        </p:nvSpPr>
        <p:spPr>
          <a:xfrm>
            <a:off x="1178560" y="4423410"/>
            <a:ext cx="3942715" cy="445770"/>
          </a:xfrm>
          <a:prstGeom prst="rect">
            <a:avLst/>
          </a:prstGeom>
          <a:solidFill>
            <a:schemeClr val="accent1">
              <a:lumMod val="20000"/>
              <a:lumOff val="80000"/>
            </a:schemeClr>
          </a:solidFill>
          <a:ln>
            <a:solidFill>
              <a:schemeClr val="tx1"/>
            </a:solidFill>
          </a:ln>
        </p:spPr>
        <p:style>
          <a:lnRef idx="2">
            <a:schemeClr val="accent1"/>
          </a:lnRef>
          <a:fillRef idx="0">
            <a:srgbClr val="FFFFFF"/>
          </a:fillRef>
          <a:effectRef idx="0">
            <a:srgbClr val="FFFFFF"/>
          </a:effectRef>
          <a:fontRef idx="minor">
            <a:schemeClr val="tx1"/>
          </a:fontRef>
        </p:style>
        <p:txBody>
          <a:bodyPr wrap="none" lIns="162000" anchor="ctr"/>
          <a:p>
            <a:pPr marL="0" lvl="0" indent="0" algn="ctr" eaLnBrk="1" hangingPunct="1">
              <a:lnSpc>
                <a:spcPct val="130000"/>
              </a:lnSpc>
              <a:spcBef>
                <a:spcPct val="0"/>
              </a:spcBef>
              <a:buSzPct val="80000"/>
              <a:buFont typeface="Wingdings" panose="05000000000000000000" pitchFamily="2" charset="2"/>
              <a:buNone/>
            </a:pPr>
            <a:endParaRPr lang="en-US" altLang="zh-CN" sz="2400" b="1" dirty="0">
              <a:solidFill>
                <a:schemeClr val="tx1"/>
              </a:solidFill>
              <a:latin typeface="Times New Roman" panose="02020603050405020304" charset="0"/>
              <a:ea typeface="微软雅黑" panose="020B0503020204020204" charset="-122"/>
              <a:sym typeface="+mn-ea"/>
            </a:endParaRPr>
          </a:p>
        </p:txBody>
      </p:sp>
      <p:sp>
        <p:nvSpPr>
          <p:cNvPr id="25" name="文本框 24"/>
          <p:cNvSpPr txBox="1"/>
          <p:nvPr/>
        </p:nvSpPr>
        <p:spPr>
          <a:xfrm>
            <a:off x="1572260" y="4383405"/>
            <a:ext cx="2938780" cy="635000"/>
          </a:xfrm>
          <a:prstGeom prst="rect">
            <a:avLst/>
          </a:prstGeom>
          <a:noFill/>
        </p:spPr>
        <p:txBody>
          <a:bodyPr wrap="square" rtlCol="0">
            <a:noAutofit/>
          </a:bodyPr>
          <a:p>
            <a:pPr marL="0" lvl="0" indent="0" algn="ctr" eaLnBrk="1" hangingPunct="1">
              <a:lnSpc>
                <a:spcPct val="130000"/>
              </a:lnSpc>
              <a:spcBef>
                <a:spcPct val="0"/>
              </a:spcBef>
              <a:buSzPct val="80000"/>
              <a:buFont typeface="Wingdings" panose="05000000000000000000" pitchFamily="2" charset="2"/>
              <a:buNone/>
            </a:pPr>
            <a:r>
              <a:rPr lang="en-US" altLang="zh-CN" b="1" dirty="0">
                <a:solidFill>
                  <a:srgbClr val="FF0000"/>
                </a:solidFill>
                <a:latin typeface="微软雅黑" panose="020B0503020204020204" charset="-122"/>
                <a:ea typeface="微软雅黑" panose="020B0503020204020204" charset="-122"/>
                <a:sym typeface="+mn-ea"/>
              </a:rPr>
              <a:t>compare column IDs</a:t>
            </a:r>
            <a:endParaRPr lang="en-US" altLang="zh-CN" b="1" dirty="0">
              <a:solidFill>
                <a:srgbClr val="FF0000"/>
              </a:solidFill>
              <a:latin typeface="微软雅黑" panose="020B0503020204020204" charset="-122"/>
              <a:ea typeface="微软雅黑" panose="020B0503020204020204" charset="-122"/>
              <a:sym typeface="+mn-ea"/>
            </a:endParaRPr>
          </a:p>
          <a:p>
            <a:endParaRPr lang="en-US" altLang="zh-CN" b="1" dirty="0">
              <a:solidFill>
                <a:srgbClr val="FF0000"/>
              </a:solidFill>
              <a:latin typeface="微软雅黑" panose="020B0503020204020204" charset="-122"/>
              <a:ea typeface="微软雅黑" panose="020B0503020204020204" charset="-122"/>
              <a:sym typeface="+mn-ea"/>
            </a:endParaRPr>
          </a:p>
        </p:txBody>
      </p:sp>
      <p:sp>
        <p:nvSpPr>
          <p:cNvPr id="26" name="矩形 25"/>
          <p:cNvSpPr/>
          <p:nvPr/>
        </p:nvSpPr>
        <p:spPr>
          <a:xfrm>
            <a:off x="1178560" y="5027295"/>
            <a:ext cx="3942715" cy="451485"/>
          </a:xfrm>
          <a:prstGeom prst="rect">
            <a:avLst/>
          </a:prstGeom>
          <a:solidFill>
            <a:schemeClr val="accent1">
              <a:lumMod val="20000"/>
              <a:lumOff val="80000"/>
            </a:schemeClr>
          </a:solidFill>
          <a:ln>
            <a:solidFill>
              <a:schemeClr val="tx1"/>
            </a:solidFill>
          </a:ln>
        </p:spPr>
        <p:style>
          <a:lnRef idx="2">
            <a:schemeClr val="accent1"/>
          </a:lnRef>
          <a:fillRef idx="0">
            <a:srgbClr val="FFFFFF"/>
          </a:fillRef>
          <a:effectRef idx="0">
            <a:srgbClr val="FFFFFF"/>
          </a:effectRef>
          <a:fontRef idx="minor">
            <a:schemeClr val="tx1"/>
          </a:fontRef>
        </p:style>
        <p:txBody>
          <a:bodyPr wrap="none" lIns="162000" anchor="ctr"/>
          <a:p>
            <a:pPr marL="0" lvl="0" indent="0" algn="ctr" eaLnBrk="1" hangingPunct="1">
              <a:lnSpc>
                <a:spcPct val="130000"/>
              </a:lnSpc>
              <a:spcBef>
                <a:spcPct val="0"/>
              </a:spcBef>
              <a:buSzPct val="80000"/>
              <a:buFont typeface="Wingdings" panose="05000000000000000000" pitchFamily="2" charset="2"/>
              <a:buNone/>
            </a:pPr>
            <a:endParaRPr lang="en-US" altLang="zh-CN" sz="2400" b="1" dirty="0">
              <a:solidFill>
                <a:schemeClr val="tx1"/>
              </a:solidFill>
              <a:latin typeface="Times New Roman" panose="02020603050405020304" charset="0"/>
              <a:ea typeface="微软雅黑" panose="020B0503020204020204" charset="-122"/>
              <a:sym typeface="+mn-ea"/>
            </a:endParaRPr>
          </a:p>
        </p:txBody>
      </p:sp>
      <p:sp>
        <p:nvSpPr>
          <p:cNvPr id="27" name="文本框 26"/>
          <p:cNvSpPr txBox="1"/>
          <p:nvPr/>
        </p:nvSpPr>
        <p:spPr>
          <a:xfrm>
            <a:off x="2101850" y="4980305"/>
            <a:ext cx="1987550" cy="450850"/>
          </a:xfrm>
          <a:prstGeom prst="rect">
            <a:avLst/>
          </a:prstGeom>
          <a:noFill/>
        </p:spPr>
        <p:txBody>
          <a:bodyPr wrap="square" rtlCol="0">
            <a:spAutoFit/>
          </a:bodyPr>
          <a:p>
            <a:pPr marL="0" lvl="0" indent="0" algn="ctr" eaLnBrk="1" hangingPunct="1">
              <a:lnSpc>
                <a:spcPct val="130000"/>
              </a:lnSpc>
              <a:spcBef>
                <a:spcPct val="0"/>
              </a:spcBef>
              <a:buSzPct val="80000"/>
              <a:buFont typeface="Wingdings" panose="05000000000000000000" pitchFamily="2" charset="2"/>
              <a:buNone/>
            </a:pPr>
            <a:r>
              <a:rPr lang="en-US" altLang="zh-CN" b="1" dirty="0">
                <a:latin typeface="微软雅黑" panose="020B0503020204020204" charset="-122"/>
                <a:ea typeface="微软雅黑" panose="020B0503020204020204" charset="-122"/>
                <a:cs typeface="Arial" panose="020B0604020202020204" pitchFamily="34" charset="0"/>
                <a:sym typeface="+mn-ea"/>
              </a:rPr>
              <a:t>sum duplicates</a:t>
            </a:r>
            <a:endParaRPr lang="zh-CN" altLang="en-US">
              <a:latin typeface="微软雅黑" panose="020B0503020204020204" charset="-122"/>
              <a:ea typeface="微软雅黑" panose="020B0503020204020204" charset="-122"/>
              <a:cs typeface="Arial" panose="020B0604020202020204" pitchFamily="34" charset="0"/>
            </a:endParaRPr>
          </a:p>
        </p:txBody>
      </p:sp>
      <p:sp>
        <p:nvSpPr>
          <p:cNvPr id="32" name="矩形 31"/>
          <p:cNvSpPr/>
          <p:nvPr/>
        </p:nvSpPr>
        <p:spPr>
          <a:xfrm>
            <a:off x="2119630" y="5967730"/>
            <a:ext cx="984885" cy="347980"/>
          </a:xfrm>
          <a:prstGeom prst="rect">
            <a:avLst/>
          </a:prstGeom>
          <a:ln>
            <a:solidFill>
              <a:schemeClr val="tx1"/>
            </a:solidFill>
          </a:ln>
        </p:spPr>
        <p:style>
          <a:lnRef idx="2">
            <a:schemeClr val="accent1"/>
          </a:lnRef>
          <a:fillRef idx="0">
            <a:srgbClr val="FFFFFF"/>
          </a:fillRef>
          <a:effectRef idx="0">
            <a:srgbClr val="FFFFFF"/>
          </a:effectRef>
          <a:fontRef idx="minor">
            <a:schemeClr val="tx1"/>
          </a:fontRef>
        </p:style>
        <p:txBody>
          <a:bodyPr wrap="none" lIns="162000" anchor="ctr"/>
          <a:p>
            <a:pPr marL="0" lvl="0" indent="0" algn="l" eaLnBrk="1" hangingPunct="1">
              <a:lnSpc>
                <a:spcPct val="130000"/>
              </a:lnSpc>
              <a:spcBef>
                <a:spcPct val="0"/>
              </a:spcBef>
              <a:buSzPct val="80000"/>
              <a:buFont typeface="Wingdings" panose="05000000000000000000" pitchFamily="2" charset="2"/>
              <a:buNone/>
            </a:pPr>
            <a:endParaRPr lang="en-US" altLang="zh-CN" sz="2400" b="1" dirty="0">
              <a:solidFill>
                <a:srgbClr val="1485A4"/>
              </a:solidFill>
              <a:latin typeface="Times New Roman" panose="02020603050405020304" charset="0"/>
              <a:ea typeface="微软雅黑" panose="020B0503020204020204" charset="-122"/>
              <a:sym typeface="+mn-ea"/>
            </a:endParaRPr>
          </a:p>
        </p:txBody>
      </p:sp>
      <p:sp>
        <p:nvSpPr>
          <p:cNvPr id="33" name="矩形 32"/>
          <p:cNvSpPr/>
          <p:nvPr/>
        </p:nvSpPr>
        <p:spPr>
          <a:xfrm>
            <a:off x="3104515" y="5967730"/>
            <a:ext cx="984885" cy="347980"/>
          </a:xfrm>
          <a:prstGeom prst="rect">
            <a:avLst/>
          </a:prstGeom>
          <a:ln>
            <a:solidFill>
              <a:schemeClr val="tx1"/>
            </a:solidFill>
          </a:ln>
        </p:spPr>
        <p:style>
          <a:lnRef idx="2">
            <a:schemeClr val="accent1"/>
          </a:lnRef>
          <a:fillRef idx="0">
            <a:srgbClr val="FFFFFF"/>
          </a:fillRef>
          <a:effectRef idx="0">
            <a:srgbClr val="FFFFFF"/>
          </a:effectRef>
          <a:fontRef idx="minor">
            <a:schemeClr val="tx1"/>
          </a:fontRef>
        </p:style>
        <p:txBody>
          <a:bodyPr wrap="none" lIns="162000" anchor="ctr"/>
          <a:p>
            <a:pPr marL="0" lvl="0" indent="0" algn="l" eaLnBrk="1" hangingPunct="1">
              <a:lnSpc>
                <a:spcPct val="130000"/>
              </a:lnSpc>
              <a:spcBef>
                <a:spcPct val="0"/>
              </a:spcBef>
              <a:buSzPct val="80000"/>
              <a:buFont typeface="Wingdings" panose="05000000000000000000" pitchFamily="2" charset="2"/>
              <a:buNone/>
            </a:pPr>
            <a:endParaRPr lang="en-US" altLang="zh-CN" sz="2400" b="1" dirty="0">
              <a:solidFill>
                <a:srgbClr val="1485A4"/>
              </a:solidFill>
              <a:latin typeface="Times New Roman" panose="02020603050405020304" charset="0"/>
              <a:ea typeface="微软雅黑" panose="020B0503020204020204" charset="-122"/>
              <a:sym typeface="+mn-ea"/>
            </a:endParaRPr>
          </a:p>
        </p:txBody>
      </p:sp>
      <p:sp>
        <p:nvSpPr>
          <p:cNvPr id="34" name="矩形 33"/>
          <p:cNvSpPr/>
          <p:nvPr/>
        </p:nvSpPr>
        <p:spPr>
          <a:xfrm>
            <a:off x="4089400" y="5967730"/>
            <a:ext cx="984885" cy="347980"/>
          </a:xfrm>
          <a:prstGeom prst="rect">
            <a:avLst/>
          </a:prstGeom>
          <a:ln>
            <a:solidFill>
              <a:schemeClr val="tx1"/>
            </a:solidFill>
          </a:ln>
        </p:spPr>
        <p:style>
          <a:lnRef idx="2">
            <a:schemeClr val="accent1"/>
          </a:lnRef>
          <a:fillRef idx="0">
            <a:srgbClr val="FFFFFF"/>
          </a:fillRef>
          <a:effectRef idx="0">
            <a:srgbClr val="FFFFFF"/>
          </a:effectRef>
          <a:fontRef idx="minor">
            <a:schemeClr val="tx1"/>
          </a:fontRef>
        </p:style>
        <p:txBody>
          <a:bodyPr wrap="none" lIns="162000" anchor="ctr"/>
          <a:p>
            <a:pPr marL="0" lvl="0" indent="0" algn="l" eaLnBrk="1" hangingPunct="1">
              <a:lnSpc>
                <a:spcPct val="130000"/>
              </a:lnSpc>
              <a:spcBef>
                <a:spcPct val="0"/>
              </a:spcBef>
              <a:buSzPct val="80000"/>
              <a:buFont typeface="Wingdings" panose="05000000000000000000" pitchFamily="2" charset="2"/>
              <a:buNone/>
            </a:pPr>
            <a:endParaRPr lang="en-US" altLang="zh-CN" sz="2400" b="1" dirty="0">
              <a:solidFill>
                <a:srgbClr val="1485A4"/>
              </a:solidFill>
              <a:latin typeface="Times New Roman" panose="02020603050405020304" charset="0"/>
              <a:ea typeface="微软雅黑" panose="020B0503020204020204" charset="-122"/>
              <a:sym typeface="+mn-ea"/>
            </a:endParaRPr>
          </a:p>
        </p:txBody>
      </p:sp>
      <p:grpSp>
        <p:nvGrpSpPr>
          <p:cNvPr id="69" name="组合 68"/>
          <p:cNvGrpSpPr/>
          <p:nvPr/>
        </p:nvGrpSpPr>
        <p:grpSpPr>
          <a:xfrm>
            <a:off x="1134745" y="5947410"/>
            <a:ext cx="984885" cy="368300"/>
            <a:chOff x="1787" y="8929"/>
            <a:chExt cx="1551" cy="580"/>
          </a:xfrm>
        </p:grpSpPr>
        <p:sp>
          <p:nvSpPr>
            <p:cNvPr id="28" name="矩形 27"/>
            <p:cNvSpPr/>
            <p:nvPr/>
          </p:nvSpPr>
          <p:spPr>
            <a:xfrm>
              <a:off x="1787" y="8961"/>
              <a:ext cx="1551" cy="548"/>
            </a:xfrm>
            <a:prstGeom prst="rect">
              <a:avLst/>
            </a:prstGeom>
            <a:ln>
              <a:solidFill>
                <a:schemeClr val="tx1"/>
              </a:solidFill>
            </a:ln>
          </p:spPr>
          <p:style>
            <a:lnRef idx="2">
              <a:schemeClr val="accent1"/>
            </a:lnRef>
            <a:fillRef idx="0">
              <a:srgbClr val="FFFFFF"/>
            </a:fillRef>
            <a:effectRef idx="0">
              <a:srgbClr val="FFFFFF"/>
            </a:effectRef>
            <a:fontRef idx="minor">
              <a:schemeClr val="tx1"/>
            </a:fontRef>
          </p:style>
          <p:txBody>
            <a:bodyPr wrap="none" lIns="162000" anchor="ctr"/>
            <a:p>
              <a:pPr marL="0" lvl="0" indent="0" algn="l" eaLnBrk="1" hangingPunct="1">
                <a:lnSpc>
                  <a:spcPct val="130000"/>
                </a:lnSpc>
                <a:spcBef>
                  <a:spcPct val="0"/>
                </a:spcBef>
                <a:buSzPct val="80000"/>
                <a:buFont typeface="Wingdings" panose="05000000000000000000" pitchFamily="2" charset="2"/>
                <a:buNone/>
              </a:pPr>
              <a:endParaRPr lang="en-US" altLang="zh-CN" sz="1800" b="1" dirty="0">
                <a:solidFill>
                  <a:srgbClr val="1485A4"/>
                </a:solidFill>
                <a:latin typeface="微软雅黑" panose="020B0503020204020204" charset="-122"/>
                <a:ea typeface="微软雅黑" panose="020B0503020204020204" charset="-122"/>
                <a:sym typeface="+mn-ea"/>
              </a:endParaRPr>
            </a:p>
          </p:txBody>
        </p:sp>
        <p:sp>
          <p:nvSpPr>
            <p:cNvPr id="35" name="文本框 34"/>
            <p:cNvSpPr txBox="1"/>
            <p:nvPr/>
          </p:nvSpPr>
          <p:spPr>
            <a:xfrm>
              <a:off x="1787" y="8929"/>
              <a:ext cx="1523" cy="580"/>
            </a:xfrm>
            <a:prstGeom prst="rect">
              <a:avLst/>
            </a:prstGeom>
            <a:noFill/>
          </p:spPr>
          <p:txBody>
            <a:bodyPr wrap="square" rtlCol="0">
              <a:spAutoFit/>
            </a:bodyPr>
            <a:p>
              <a:r>
                <a:rPr lang="en-US" altLang="zh-CN" b="1">
                  <a:latin typeface="微软雅黑" panose="020B0503020204020204" charset="-122"/>
                  <a:ea typeface="微软雅黑" panose="020B0503020204020204" charset="-122"/>
                </a:rPr>
                <a:t>(1,2+7)</a:t>
              </a:r>
              <a:endParaRPr lang="en-US" altLang="zh-CN" b="1">
                <a:latin typeface="微软雅黑" panose="020B0503020204020204" charset="-122"/>
                <a:ea typeface="微软雅黑" panose="020B0503020204020204" charset="-122"/>
              </a:endParaRPr>
            </a:p>
          </p:txBody>
        </p:sp>
      </p:grpSp>
      <p:sp>
        <p:nvSpPr>
          <p:cNvPr id="64" name="文本框 63"/>
          <p:cNvSpPr txBox="1"/>
          <p:nvPr/>
        </p:nvSpPr>
        <p:spPr>
          <a:xfrm>
            <a:off x="2261870" y="5947410"/>
            <a:ext cx="668655" cy="368300"/>
          </a:xfrm>
          <a:prstGeom prst="rect">
            <a:avLst/>
          </a:prstGeom>
          <a:noFill/>
        </p:spPr>
        <p:txBody>
          <a:bodyPr wrap="square" rtlCol="0">
            <a:spAutoFit/>
          </a:bodyPr>
          <a:p>
            <a:r>
              <a:rPr lang="en-US" altLang="zh-CN" b="1">
                <a:latin typeface="微软雅黑" panose="020B0503020204020204" charset="-122"/>
                <a:ea typeface="微软雅黑" panose="020B0503020204020204" charset="-122"/>
              </a:rPr>
              <a:t>(2,5)</a:t>
            </a:r>
            <a:endParaRPr lang="en-US" altLang="zh-CN" b="1">
              <a:latin typeface="微软雅黑" panose="020B0503020204020204" charset="-122"/>
              <a:ea typeface="微软雅黑" panose="020B0503020204020204" charset="-122"/>
            </a:endParaRPr>
          </a:p>
        </p:txBody>
      </p:sp>
      <p:sp>
        <p:nvSpPr>
          <p:cNvPr id="65" name="文本框 64"/>
          <p:cNvSpPr txBox="1"/>
          <p:nvPr/>
        </p:nvSpPr>
        <p:spPr>
          <a:xfrm>
            <a:off x="3262630" y="5947410"/>
            <a:ext cx="668655" cy="368300"/>
          </a:xfrm>
          <a:prstGeom prst="rect">
            <a:avLst/>
          </a:prstGeom>
          <a:noFill/>
        </p:spPr>
        <p:txBody>
          <a:bodyPr wrap="square" rtlCol="0">
            <a:spAutoFit/>
          </a:bodyPr>
          <a:p>
            <a:r>
              <a:rPr lang="en-US" altLang="zh-CN" b="1">
                <a:latin typeface="微软雅黑" panose="020B0503020204020204" charset="-122"/>
                <a:ea typeface="微软雅黑" panose="020B0503020204020204" charset="-122"/>
              </a:rPr>
              <a:t>(3,6)</a:t>
            </a:r>
            <a:endParaRPr lang="en-US" altLang="zh-CN" b="1">
              <a:latin typeface="微软雅黑" panose="020B0503020204020204" charset="-122"/>
              <a:ea typeface="微软雅黑" panose="020B0503020204020204" charset="-122"/>
            </a:endParaRPr>
          </a:p>
        </p:txBody>
      </p:sp>
      <p:sp>
        <p:nvSpPr>
          <p:cNvPr id="66" name="文本框 65"/>
          <p:cNvSpPr txBox="1"/>
          <p:nvPr/>
        </p:nvSpPr>
        <p:spPr>
          <a:xfrm>
            <a:off x="4240530" y="5947410"/>
            <a:ext cx="668655" cy="368300"/>
          </a:xfrm>
          <a:prstGeom prst="rect">
            <a:avLst/>
          </a:prstGeom>
          <a:noFill/>
        </p:spPr>
        <p:txBody>
          <a:bodyPr wrap="square" rtlCol="0">
            <a:spAutoFit/>
          </a:bodyPr>
          <a:p>
            <a:r>
              <a:rPr lang="en-US" altLang="zh-CN" b="1">
                <a:latin typeface="微软雅黑" panose="020B0503020204020204" charset="-122"/>
                <a:ea typeface="微软雅黑" panose="020B0503020204020204" charset="-122"/>
              </a:rPr>
              <a:t>(4,4)</a:t>
            </a:r>
            <a:endParaRPr lang="en-US" altLang="zh-CN" b="1">
              <a:latin typeface="微软雅黑" panose="020B0503020204020204" charset="-122"/>
              <a:ea typeface="微软雅黑" panose="020B0503020204020204" charset="-122"/>
            </a:endParaRPr>
          </a:p>
        </p:txBody>
      </p:sp>
      <p:cxnSp>
        <p:nvCxnSpPr>
          <p:cNvPr id="67" name="直接箭头连接符 66"/>
          <p:cNvCxnSpPr/>
          <p:nvPr/>
        </p:nvCxnSpPr>
        <p:spPr>
          <a:xfrm>
            <a:off x="3105150" y="5641975"/>
            <a:ext cx="0" cy="347345"/>
          </a:xfrm>
          <a:prstGeom prst="straightConnector1">
            <a:avLst/>
          </a:prstGeom>
          <a:ln>
            <a:solidFill>
              <a:schemeClr val="tx1"/>
            </a:solidFill>
            <a:tailEnd type="arrow"/>
          </a:ln>
        </p:spPr>
        <p:style>
          <a:lnRef idx="2">
            <a:schemeClr val="accent1"/>
          </a:lnRef>
          <a:fillRef idx="0">
            <a:srgbClr val="FFFFFF"/>
          </a:fillRef>
          <a:effectRef idx="0">
            <a:srgbClr val="FFFFFF"/>
          </a:effectRef>
          <a:fontRef idx="minor">
            <a:schemeClr val="tx1"/>
          </a:fontRef>
        </p:style>
      </p:cxnSp>
      <p:grpSp>
        <p:nvGrpSpPr>
          <p:cNvPr id="78" name="组合 77"/>
          <p:cNvGrpSpPr/>
          <p:nvPr/>
        </p:nvGrpSpPr>
        <p:grpSpPr>
          <a:xfrm>
            <a:off x="775970" y="3280410"/>
            <a:ext cx="650240" cy="368300"/>
            <a:chOff x="1222" y="4729"/>
            <a:chExt cx="1024" cy="580"/>
          </a:xfrm>
        </p:grpSpPr>
        <p:sp>
          <p:nvSpPr>
            <p:cNvPr id="71" name="矩形 70"/>
            <p:cNvSpPr/>
            <p:nvPr/>
          </p:nvSpPr>
          <p:spPr>
            <a:xfrm>
              <a:off x="1330" y="4761"/>
              <a:ext cx="916" cy="548"/>
            </a:xfrm>
            <a:prstGeom prst="rect">
              <a:avLst/>
            </a:prstGeom>
            <a:ln>
              <a:solidFill>
                <a:schemeClr val="tx1"/>
              </a:solidFill>
            </a:ln>
          </p:spPr>
          <p:style>
            <a:lnRef idx="2">
              <a:schemeClr val="accent1"/>
            </a:lnRef>
            <a:fillRef idx="0">
              <a:srgbClr val="FFFFFF"/>
            </a:fillRef>
            <a:effectRef idx="0">
              <a:srgbClr val="FFFFFF"/>
            </a:effectRef>
            <a:fontRef idx="minor">
              <a:schemeClr val="tx1"/>
            </a:fontRef>
          </p:style>
          <p:txBody>
            <a:bodyPr wrap="none" lIns="162000" anchor="ctr"/>
            <a:p>
              <a:pPr marL="0" lvl="0" indent="0" algn="l" eaLnBrk="1" hangingPunct="1">
                <a:lnSpc>
                  <a:spcPct val="130000"/>
                </a:lnSpc>
                <a:spcBef>
                  <a:spcPct val="0"/>
                </a:spcBef>
                <a:buSzPct val="80000"/>
                <a:buFont typeface="Wingdings" panose="05000000000000000000" pitchFamily="2" charset="2"/>
                <a:buNone/>
              </a:pPr>
              <a:endParaRPr lang="en-US" altLang="zh-CN" sz="1800" b="1" dirty="0">
                <a:solidFill>
                  <a:srgbClr val="1485A4"/>
                </a:solidFill>
                <a:latin typeface="微软雅黑" panose="020B0503020204020204" charset="-122"/>
                <a:ea typeface="微软雅黑" panose="020B0503020204020204" charset="-122"/>
                <a:sym typeface="+mn-ea"/>
              </a:endParaRPr>
            </a:p>
          </p:txBody>
        </p:sp>
        <p:sp>
          <p:nvSpPr>
            <p:cNvPr id="72" name="文本框 71"/>
            <p:cNvSpPr txBox="1"/>
            <p:nvPr/>
          </p:nvSpPr>
          <p:spPr>
            <a:xfrm>
              <a:off x="1222" y="4729"/>
              <a:ext cx="1024" cy="580"/>
            </a:xfrm>
            <a:prstGeom prst="rect">
              <a:avLst/>
            </a:prstGeom>
            <a:noFill/>
          </p:spPr>
          <p:txBody>
            <a:bodyPr wrap="square" rtlCol="0">
              <a:spAutoFit/>
            </a:bodyPr>
            <a:p>
              <a:r>
                <a:rPr lang="en-US" altLang="zh-CN" b="1">
                  <a:latin typeface="微软雅黑" panose="020B0503020204020204" charset="-122"/>
                  <a:ea typeface="微软雅黑" panose="020B0503020204020204" charset="-122"/>
                </a:rPr>
                <a:t>(1,2)</a:t>
              </a:r>
              <a:endParaRPr lang="en-US" altLang="zh-CN" b="1">
                <a:latin typeface="微软雅黑" panose="020B0503020204020204" charset="-122"/>
                <a:ea typeface="微软雅黑" panose="020B0503020204020204" charset="-122"/>
              </a:endParaRPr>
            </a:p>
          </p:txBody>
        </p:sp>
      </p:grpSp>
      <p:grpSp>
        <p:nvGrpSpPr>
          <p:cNvPr id="79" name="组合 78"/>
          <p:cNvGrpSpPr/>
          <p:nvPr/>
        </p:nvGrpSpPr>
        <p:grpSpPr>
          <a:xfrm>
            <a:off x="1360170" y="3282315"/>
            <a:ext cx="650240" cy="368300"/>
            <a:chOff x="1222" y="4729"/>
            <a:chExt cx="1024" cy="580"/>
          </a:xfrm>
        </p:grpSpPr>
        <p:sp>
          <p:nvSpPr>
            <p:cNvPr id="80" name="矩形 79"/>
            <p:cNvSpPr/>
            <p:nvPr/>
          </p:nvSpPr>
          <p:spPr>
            <a:xfrm>
              <a:off x="1330" y="4761"/>
              <a:ext cx="916" cy="548"/>
            </a:xfrm>
            <a:prstGeom prst="rect">
              <a:avLst/>
            </a:prstGeom>
            <a:ln>
              <a:solidFill>
                <a:schemeClr val="tx1"/>
              </a:solidFill>
            </a:ln>
          </p:spPr>
          <p:style>
            <a:lnRef idx="2">
              <a:schemeClr val="accent1"/>
            </a:lnRef>
            <a:fillRef idx="0">
              <a:srgbClr val="FFFFFF"/>
            </a:fillRef>
            <a:effectRef idx="0">
              <a:srgbClr val="FFFFFF"/>
            </a:effectRef>
            <a:fontRef idx="minor">
              <a:schemeClr val="tx1"/>
            </a:fontRef>
          </p:style>
          <p:txBody>
            <a:bodyPr wrap="none" lIns="162000" anchor="ctr"/>
            <a:p>
              <a:pPr marL="0" lvl="0" indent="0" algn="l" eaLnBrk="1" hangingPunct="1">
                <a:lnSpc>
                  <a:spcPct val="130000"/>
                </a:lnSpc>
                <a:spcBef>
                  <a:spcPct val="0"/>
                </a:spcBef>
                <a:buSzPct val="80000"/>
                <a:buFont typeface="Wingdings" panose="05000000000000000000" pitchFamily="2" charset="2"/>
                <a:buNone/>
              </a:pPr>
              <a:endParaRPr lang="en-US" altLang="zh-CN" sz="1800" b="1" dirty="0">
                <a:solidFill>
                  <a:srgbClr val="1485A4"/>
                </a:solidFill>
                <a:latin typeface="微软雅黑" panose="020B0503020204020204" charset="-122"/>
                <a:ea typeface="微软雅黑" panose="020B0503020204020204" charset="-122"/>
                <a:sym typeface="+mn-ea"/>
              </a:endParaRPr>
            </a:p>
          </p:txBody>
        </p:sp>
        <p:sp>
          <p:nvSpPr>
            <p:cNvPr id="81" name="文本框 80"/>
            <p:cNvSpPr txBox="1"/>
            <p:nvPr/>
          </p:nvSpPr>
          <p:spPr>
            <a:xfrm>
              <a:off x="1222" y="4729"/>
              <a:ext cx="1024" cy="580"/>
            </a:xfrm>
            <a:prstGeom prst="rect">
              <a:avLst/>
            </a:prstGeom>
            <a:noFill/>
          </p:spPr>
          <p:txBody>
            <a:bodyPr wrap="square" rtlCol="0">
              <a:spAutoFit/>
            </a:bodyPr>
            <a:p>
              <a:r>
                <a:rPr lang="en-US" altLang="zh-CN" b="1">
                  <a:latin typeface="微软雅黑" panose="020B0503020204020204" charset="-122"/>
                  <a:ea typeface="微软雅黑" panose="020B0503020204020204" charset="-122"/>
                </a:rPr>
                <a:t>(4,3)</a:t>
              </a:r>
              <a:endParaRPr lang="en-US" altLang="zh-CN" b="1">
                <a:latin typeface="微软雅黑" panose="020B0503020204020204" charset="-122"/>
                <a:ea typeface="微软雅黑" panose="020B0503020204020204" charset="-122"/>
              </a:endParaRPr>
            </a:p>
          </p:txBody>
        </p:sp>
      </p:grpSp>
      <p:grpSp>
        <p:nvGrpSpPr>
          <p:cNvPr id="82" name="组合 81"/>
          <p:cNvGrpSpPr/>
          <p:nvPr/>
        </p:nvGrpSpPr>
        <p:grpSpPr>
          <a:xfrm>
            <a:off x="4220210" y="3288665"/>
            <a:ext cx="650240" cy="368300"/>
            <a:chOff x="1222" y="4729"/>
            <a:chExt cx="1024" cy="580"/>
          </a:xfrm>
        </p:grpSpPr>
        <p:sp>
          <p:nvSpPr>
            <p:cNvPr id="83" name="矩形 82"/>
            <p:cNvSpPr/>
            <p:nvPr/>
          </p:nvSpPr>
          <p:spPr>
            <a:xfrm>
              <a:off x="1330" y="4761"/>
              <a:ext cx="916" cy="548"/>
            </a:xfrm>
            <a:prstGeom prst="rect">
              <a:avLst/>
            </a:prstGeom>
            <a:ln>
              <a:solidFill>
                <a:schemeClr val="tx1"/>
              </a:solidFill>
            </a:ln>
          </p:spPr>
          <p:style>
            <a:lnRef idx="2">
              <a:schemeClr val="accent1"/>
            </a:lnRef>
            <a:fillRef idx="0">
              <a:srgbClr val="FFFFFF"/>
            </a:fillRef>
            <a:effectRef idx="0">
              <a:srgbClr val="FFFFFF"/>
            </a:effectRef>
            <a:fontRef idx="minor">
              <a:schemeClr val="tx1"/>
            </a:fontRef>
          </p:style>
          <p:txBody>
            <a:bodyPr wrap="none" lIns="162000" anchor="ctr"/>
            <a:p>
              <a:pPr marL="0" lvl="0" indent="0" algn="l" eaLnBrk="1" hangingPunct="1">
                <a:lnSpc>
                  <a:spcPct val="130000"/>
                </a:lnSpc>
                <a:spcBef>
                  <a:spcPct val="0"/>
                </a:spcBef>
                <a:buSzPct val="80000"/>
                <a:buFont typeface="Wingdings" panose="05000000000000000000" pitchFamily="2" charset="2"/>
                <a:buNone/>
              </a:pPr>
              <a:endParaRPr lang="en-US" altLang="zh-CN" sz="1800" b="1" dirty="0">
                <a:solidFill>
                  <a:srgbClr val="1485A4"/>
                </a:solidFill>
                <a:latin typeface="微软雅黑" panose="020B0503020204020204" charset="-122"/>
                <a:ea typeface="微软雅黑" panose="020B0503020204020204" charset="-122"/>
                <a:sym typeface="+mn-ea"/>
              </a:endParaRPr>
            </a:p>
          </p:txBody>
        </p:sp>
        <p:sp>
          <p:nvSpPr>
            <p:cNvPr id="84" name="文本框 83"/>
            <p:cNvSpPr txBox="1"/>
            <p:nvPr/>
          </p:nvSpPr>
          <p:spPr>
            <a:xfrm>
              <a:off x="1222" y="4729"/>
              <a:ext cx="1024" cy="580"/>
            </a:xfrm>
            <a:prstGeom prst="rect">
              <a:avLst/>
            </a:prstGeom>
            <a:noFill/>
          </p:spPr>
          <p:txBody>
            <a:bodyPr wrap="square" rtlCol="0">
              <a:spAutoFit/>
            </a:bodyPr>
            <a:p>
              <a:r>
                <a:rPr lang="en-US" altLang="zh-CN" b="1">
                  <a:latin typeface="微软雅黑" panose="020B0503020204020204" charset="-122"/>
                  <a:ea typeface="微软雅黑" panose="020B0503020204020204" charset="-122"/>
                </a:rPr>
                <a:t>(1,7)</a:t>
              </a:r>
              <a:endParaRPr lang="en-US" altLang="zh-CN" b="1">
                <a:latin typeface="微软雅黑" panose="020B0503020204020204" charset="-122"/>
                <a:ea typeface="微软雅黑" panose="020B0503020204020204" charset="-122"/>
              </a:endParaRPr>
            </a:p>
          </p:txBody>
        </p:sp>
      </p:grpSp>
      <p:grpSp>
        <p:nvGrpSpPr>
          <p:cNvPr id="85" name="组合 84"/>
          <p:cNvGrpSpPr/>
          <p:nvPr/>
        </p:nvGrpSpPr>
        <p:grpSpPr>
          <a:xfrm>
            <a:off x="4804410" y="3290570"/>
            <a:ext cx="650240" cy="368300"/>
            <a:chOff x="1222" y="4729"/>
            <a:chExt cx="1024" cy="580"/>
          </a:xfrm>
        </p:grpSpPr>
        <p:sp>
          <p:nvSpPr>
            <p:cNvPr id="86" name="矩形 85"/>
            <p:cNvSpPr/>
            <p:nvPr/>
          </p:nvSpPr>
          <p:spPr>
            <a:xfrm>
              <a:off x="1330" y="4761"/>
              <a:ext cx="916" cy="548"/>
            </a:xfrm>
            <a:prstGeom prst="rect">
              <a:avLst/>
            </a:prstGeom>
            <a:ln>
              <a:solidFill>
                <a:schemeClr val="tx1"/>
              </a:solidFill>
            </a:ln>
          </p:spPr>
          <p:style>
            <a:lnRef idx="2">
              <a:schemeClr val="accent1"/>
            </a:lnRef>
            <a:fillRef idx="0">
              <a:srgbClr val="FFFFFF"/>
            </a:fillRef>
            <a:effectRef idx="0">
              <a:srgbClr val="FFFFFF"/>
            </a:effectRef>
            <a:fontRef idx="minor">
              <a:schemeClr val="tx1"/>
            </a:fontRef>
          </p:style>
          <p:txBody>
            <a:bodyPr wrap="none" lIns="162000" anchor="ctr"/>
            <a:p>
              <a:pPr marL="0" lvl="0" indent="0" algn="l" eaLnBrk="1" hangingPunct="1">
                <a:lnSpc>
                  <a:spcPct val="130000"/>
                </a:lnSpc>
                <a:spcBef>
                  <a:spcPct val="0"/>
                </a:spcBef>
                <a:buSzPct val="80000"/>
                <a:buFont typeface="Wingdings" panose="05000000000000000000" pitchFamily="2" charset="2"/>
                <a:buNone/>
              </a:pPr>
              <a:endParaRPr lang="en-US" altLang="zh-CN" sz="1800" b="1" dirty="0">
                <a:solidFill>
                  <a:srgbClr val="1485A4"/>
                </a:solidFill>
                <a:latin typeface="微软雅黑" panose="020B0503020204020204" charset="-122"/>
                <a:ea typeface="微软雅黑" panose="020B0503020204020204" charset="-122"/>
                <a:sym typeface="+mn-ea"/>
              </a:endParaRPr>
            </a:p>
          </p:txBody>
        </p:sp>
        <p:sp>
          <p:nvSpPr>
            <p:cNvPr id="87" name="文本框 86"/>
            <p:cNvSpPr txBox="1"/>
            <p:nvPr/>
          </p:nvSpPr>
          <p:spPr>
            <a:xfrm>
              <a:off x="1222" y="4729"/>
              <a:ext cx="1024" cy="580"/>
            </a:xfrm>
            <a:prstGeom prst="rect">
              <a:avLst/>
            </a:prstGeom>
            <a:noFill/>
          </p:spPr>
          <p:txBody>
            <a:bodyPr wrap="square" rtlCol="0">
              <a:spAutoFit/>
            </a:bodyPr>
            <a:p>
              <a:r>
                <a:rPr lang="en-US" altLang="zh-CN" b="1">
                  <a:latin typeface="微软雅黑" panose="020B0503020204020204" charset="-122"/>
                  <a:ea typeface="微软雅黑" panose="020B0503020204020204" charset="-122"/>
                </a:rPr>
                <a:t>(3,6)</a:t>
              </a:r>
              <a:endParaRPr lang="en-US" altLang="zh-CN" b="1">
                <a:latin typeface="微软雅黑" panose="020B0503020204020204" charset="-122"/>
                <a:ea typeface="微软雅黑" panose="020B0503020204020204" charset="-122"/>
              </a:endParaRPr>
            </a:p>
          </p:txBody>
        </p:sp>
      </p:grpSp>
      <p:grpSp>
        <p:nvGrpSpPr>
          <p:cNvPr id="88" name="组合 87"/>
          <p:cNvGrpSpPr/>
          <p:nvPr/>
        </p:nvGrpSpPr>
        <p:grpSpPr>
          <a:xfrm>
            <a:off x="2498090" y="3272790"/>
            <a:ext cx="650240" cy="368300"/>
            <a:chOff x="1222" y="4729"/>
            <a:chExt cx="1024" cy="580"/>
          </a:xfrm>
        </p:grpSpPr>
        <p:sp>
          <p:nvSpPr>
            <p:cNvPr id="89" name="矩形 88"/>
            <p:cNvSpPr/>
            <p:nvPr/>
          </p:nvSpPr>
          <p:spPr>
            <a:xfrm>
              <a:off x="1330" y="4761"/>
              <a:ext cx="916" cy="548"/>
            </a:xfrm>
            <a:prstGeom prst="rect">
              <a:avLst/>
            </a:prstGeom>
            <a:ln>
              <a:solidFill>
                <a:schemeClr val="tx1"/>
              </a:solidFill>
            </a:ln>
          </p:spPr>
          <p:style>
            <a:lnRef idx="2">
              <a:schemeClr val="accent1"/>
            </a:lnRef>
            <a:fillRef idx="0">
              <a:srgbClr val="FFFFFF"/>
            </a:fillRef>
            <a:effectRef idx="0">
              <a:srgbClr val="FFFFFF"/>
            </a:effectRef>
            <a:fontRef idx="minor">
              <a:schemeClr val="tx1"/>
            </a:fontRef>
          </p:style>
          <p:txBody>
            <a:bodyPr wrap="none" lIns="162000" anchor="ctr"/>
            <a:p>
              <a:pPr marL="0" lvl="0" indent="0" algn="l" eaLnBrk="1" hangingPunct="1">
                <a:lnSpc>
                  <a:spcPct val="130000"/>
                </a:lnSpc>
                <a:spcBef>
                  <a:spcPct val="0"/>
                </a:spcBef>
                <a:buSzPct val="80000"/>
                <a:buFont typeface="Wingdings" panose="05000000000000000000" pitchFamily="2" charset="2"/>
                <a:buNone/>
              </a:pPr>
              <a:endParaRPr lang="en-US" altLang="zh-CN" sz="1800" b="1" dirty="0">
                <a:solidFill>
                  <a:srgbClr val="1485A4"/>
                </a:solidFill>
                <a:latin typeface="微软雅黑" panose="020B0503020204020204" charset="-122"/>
                <a:ea typeface="微软雅黑" panose="020B0503020204020204" charset="-122"/>
                <a:sym typeface="+mn-ea"/>
              </a:endParaRPr>
            </a:p>
          </p:txBody>
        </p:sp>
        <p:sp>
          <p:nvSpPr>
            <p:cNvPr id="90" name="文本框 89"/>
            <p:cNvSpPr txBox="1"/>
            <p:nvPr/>
          </p:nvSpPr>
          <p:spPr>
            <a:xfrm>
              <a:off x="1222" y="4729"/>
              <a:ext cx="1024" cy="580"/>
            </a:xfrm>
            <a:prstGeom prst="rect">
              <a:avLst/>
            </a:prstGeom>
            <a:noFill/>
          </p:spPr>
          <p:txBody>
            <a:bodyPr wrap="square" rtlCol="0">
              <a:spAutoFit/>
            </a:bodyPr>
            <a:p>
              <a:r>
                <a:rPr lang="en-US" altLang="zh-CN" b="1">
                  <a:latin typeface="微软雅黑" panose="020B0503020204020204" charset="-122"/>
                  <a:ea typeface="微软雅黑" panose="020B0503020204020204" charset="-122"/>
                </a:rPr>
                <a:t>(2,5)</a:t>
              </a:r>
              <a:endParaRPr lang="en-US" altLang="zh-CN" b="1">
                <a:latin typeface="微软雅黑" panose="020B0503020204020204" charset="-122"/>
                <a:ea typeface="微软雅黑" panose="020B0503020204020204" charset="-122"/>
              </a:endParaRPr>
            </a:p>
          </p:txBody>
        </p:sp>
      </p:grpSp>
      <p:grpSp>
        <p:nvGrpSpPr>
          <p:cNvPr id="91" name="组合 90"/>
          <p:cNvGrpSpPr/>
          <p:nvPr/>
        </p:nvGrpSpPr>
        <p:grpSpPr>
          <a:xfrm>
            <a:off x="3082290" y="3274695"/>
            <a:ext cx="650240" cy="368300"/>
            <a:chOff x="1222" y="4729"/>
            <a:chExt cx="1024" cy="580"/>
          </a:xfrm>
        </p:grpSpPr>
        <p:sp>
          <p:nvSpPr>
            <p:cNvPr id="92" name="矩形 91"/>
            <p:cNvSpPr/>
            <p:nvPr/>
          </p:nvSpPr>
          <p:spPr>
            <a:xfrm>
              <a:off x="1330" y="4761"/>
              <a:ext cx="916" cy="548"/>
            </a:xfrm>
            <a:prstGeom prst="rect">
              <a:avLst/>
            </a:prstGeom>
            <a:ln>
              <a:solidFill>
                <a:schemeClr val="tx1"/>
              </a:solidFill>
            </a:ln>
          </p:spPr>
          <p:style>
            <a:lnRef idx="2">
              <a:schemeClr val="accent1"/>
            </a:lnRef>
            <a:fillRef idx="0">
              <a:srgbClr val="FFFFFF"/>
            </a:fillRef>
            <a:effectRef idx="0">
              <a:srgbClr val="FFFFFF"/>
            </a:effectRef>
            <a:fontRef idx="minor">
              <a:schemeClr val="tx1"/>
            </a:fontRef>
          </p:style>
          <p:txBody>
            <a:bodyPr wrap="none" lIns="162000" anchor="ctr"/>
            <a:p>
              <a:pPr marL="0" lvl="0" indent="0" algn="l" eaLnBrk="1" hangingPunct="1">
                <a:lnSpc>
                  <a:spcPct val="130000"/>
                </a:lnSpc>
                <a:spcBef>
                  <a:spcPct val="0"/>
                </a:spcBef>
                <a:buSzPct val="80000"/>
                <a:buFont typeface="Wingdings" panose="05000000000000000000" pitchFamily="2" charset="2"/>
                <a:buNone/>
              </a:pPr>
              <a:endParaRPr lang="en-US" altLang="zh-CN" sz="1800" b="1" dirty="0">
                <a:solidFill>
                  <a:srgbClr val="1485A4"/>
                </a:solidFill>
                <a:latin typeface="微软雅黑" panose="020B0503020204020204" charset="-122"/>
                <a:ea typeface="微软雅黑" panose="020B0503020204020204" charset="-122"/>
                <a:sym typeface="+mn-ea"/>
              </a:endParaRPr>
            </a:p>
          </p:txBody>
        </p:sp>
        <p:sp>
          <p:nvSpPr>
            <p:cNvPr id="93" name="文本框 92"/>
            <p:cNvSpPr txBox="1"/>
            <p:nvPr/>
          </p:nvSpPr>
          <p:spPr>
            <a:xfrm>
              <a:off x="1222" y="4729"/>
              <a:ext cx="1024" cy="580"/>
            </a:xfrm>
            <a:prstGeom prst="rect">
              <a:avLst/>
            </a:prstGeom>
            <a:noFill/>
          </p:spPr>
          <p:txBody>
            <a:bodyPr wrap="square" rtlCol="0">
              <a:spAutoFit/>
            </a:bodyPr>
            <a:p>
              <a:r>
                <a:rPr lang="en-US" altLang="zh-CN" b="1">
                  <a:latin typeface="微软雅黑" panose="020B0503020204020204" charset="-122"/>
                  <a:ea typeface="微软雅黑" panose="020B0503020204020204" charset="-122"/>
                </a:rPr>
                <a:t>(4,1)</a:t>
              </a:r>
              <a:endParaRPr lang="en-US" altLang="zh-CN" b="1">
                <a:latin typeface="微软雅黑" panose="020B0503020204020204" charset="-122"/>
                <a:ea typeface="微软雅黑" panose="020B0503020204020204" charset="-122"/>
              </a:endParaRPr>
            </a:p>
          </p:txBody>
        </p:sp>
      </p:grpSp>
      <p:cxnSp>
        <p:nvCxnSpPr>
          <p:cNvPr id="94" name="直接箭头连接符 93"/>
          <p:cNvCxnSpPr/>
          <p:nvPr/>
        </p:nvCxnSpPr>
        <p:spPr>
          <a:xfrm>
            <a:off x="1428750" y="3673475"/>
            <a:ext cx="0" cy="347345"/>
          </a:xfrm>
          <a:prstGeom prst="straightConnector1">
            <a:avLst/>
          </a:prstGeom>
          <a:ln>
            <a:solidFill>
              <a:schemeClr val="tx1"/>
            </a:solidFill>
            <a:tailEnd type="arrow"/>
          </a:ln>
        </p:spPr>
        <p:style>
          <a:lnRef idx="2">
            <a:schemeClr val="accent1"/>
          </a:lnRef>
          <a:fillRef idx="0">
            <a:srgbClr val="FFFFFF"/>
          </a:fillRef>
          <a:effectRef idx="0">
            <a:srgbClr val="FFFFFF"/>
          </a:effectRef>
          <a:fontRef idx="minor">
            <a:schemeClr val="tx1"/>
          </a:fontRef>
        </p:style>
      </p:cxnSp>
      <p:cxnSp>
        <p:nvCxnSpPr>
          <p:cNvPr id="95" name="直接箭头连接符 94"/>
          <p:cNvCxnSpPr/>
          <p:nvPr/>
        </p:nvCxnSpPr>
        <p:spPr>
          <a:xfrm>
            <a:off x="3150870" y="3669665"/>
            <a:ext cx="0" cy="347345"/>
          </a:xfrm>
          <a:prstGeom prst="straightConnector1">
            <a:avLst/>
          </a:prstGeom>
          <a:ln>
            <a:solidFill>
              <a:schemeClr val="tx1"/>
            </a:solidFill>
            <a:tailEnd type="arrow"/>
          </a:ln>
        </p:spPr>
        <p:style>
          <a:lnRef idx="2">
            <a:schemeClr val="accent1"/>
          </a:lnRef>
          <a:fillRef idx="0">
            <a:srgbClr val="FFFFFF"/>
          </a:fillRef>
          <a:effectRef idx="0">
            <a:srgbClr val="FFFFFF"/>
          </a:effectRef>
          <a:fontRef idx="minor">
            <a:schemeClr val="tx1"/>
          </a:fontRef>
        </p:style>
      </p:cxnSp>
      <p:cxnSp>
        <p:nvCxnSpPr>
          <p:cNvPr id="96" name="直接箭头连接符 95"/>
          <p:cNvCxnSpPr/>
          <p:nvPr/>
        </p:nvCxnSpPr>
        <p:spPr>
          <a:xfrm>
            <a:off x="4872990" y="3677285"/>
            <a:ext cx="0" cy="347345"/>
          </a:xfrm>
          <a:prstGeom prst="straightConnector1">
            <a:avLst/>
          </a:prstGeom>
          <a:ln>
            <a:solidFill>
              <a:schemeClr val="tx1"/>
            </a:solidFill>
            <a:tailEnd type="arrow"/>
          </a:ln>
        </p:spPr>
        <p:style>
          <a:lnRef idx="2">
            <a:schemeClr val="accent1"/>
          </a:lnRef>
          <a:fillRef idx="0">
            <a:srgbClr val="FFFFFF"/>
          </a:fillRef>
          <a:effectRef idx="0">
            <a:srgbClr val="FFFFFF"/>
          </a:effectRef>
          <a:fontRef idx="minor">
            <a:schemeClr val="tx1"/>
          </a:fontRef>
        </p:style>
      </p:cxnSp>
      <p:sp>
        <p:nvSpPr>
          <p:cNvPr id="98" name="文本框 97"/>
          <p:cNvSpPr txBox="1"/>
          <p:nvPr/>
        </p:nvSpPr>
        <p:spPr>
          <a:xfrm>
            <a:off x="1226185" y="2904490"/>
            <a:ext cx="3895090" cy="368300"/>
          </a:xfrm>
          <a:prstGeom prst="rect">
            <a:avLst/>
          </a:prstGeom>
          <a:noFill/>
        </p:spPr>
        <p:txBody>
          <a:bodyPr wrap="square" rtlCol="0">
            <a:spAutoFit/>
          </a:bodyPr>
          <a:p>
            <a:pPr algn="ctr"/>
            <a:r>
              <a:rPr lang="en-US" altLang="zh-CN" b="1">
                <a:latin typeface="微软雅黑" panose="020B0503020204020204" charset="-122"/>
                <a:ea typeface="微软雅黑" panose="020B0503020204020204" charset="-122"/>
              </a:rPr>
              <a:t>partial products: (column,value)</a:t>
            </a:r>
            <a:endParaRPr lang="en-US" altLang="zh-CN" b="1"/>
          </a:p>
        </p:txBody>
      </p:sp>
      <p:sp>
        <p:nvSpPr>
          <p:cNvPr id="99" name="文本框 98"/>
          <p:cNvSpPr txBox="1"/>
          <p:nvPr/>
        </p:nvSpPr>
        <p:spPr>
          <a:xfrm>
            <a:off x="2062480" y="5621020"/>
            <a:ext cx="1019810" cy="368300"/>
          </a:xfrm>
          <a:prstGeom prst="rect">
            <a:avLst/>
          </a:prstGeom>
          <a:noFill/>
        </p:spPr>
        <p:txBody>
          <a:bodyPr wrap="square" rtlCol="0">
            <a:spAutoFit/>
          </a:bodyPr>
          <a:p>
            <a:pPr algn="ctr"/>
            <a:r>
              <a:rPr lang="en-US" altLang="zh-CN" b="1">
                <a:latin typeface="微软雅黑" panose="020B0503020204020204" charset="-122"/>
                <a:ea typeface="微软雅黑" panose="020B0503020204020204" charset="-122"/>
              </a:rPr>
              <a:t>Output</a:t>
            </a:r>
            <a:endParaRPr lang="en-US" altLang="zh-CN" b="1"/>
          </a:p>
        </p:txBody>
      </p:sp>
      <p:cxnSp>
        <p:nvCxnSpPr>
          <p:cNvPr id="100" name="直接箭头连接符 99"/>
          <p:cNvCxnSpPr/>
          <p:nvPr/>
        </p:nvCxnSpPr>
        <p:spPr>
          <a:xfrm>
            <a:off x="1101090" y="3648710"/>
            <a:ext cx="365760" cy="2312035"/>
          </a:xfrm>
          <a:prstGeom prst="straightConnector1">
            <a:avLst/>
          </a:prstGeom>
          <a:ln>
            <a:prstDash val="dash"/>
            <a:tailEnd type="arrow"/>
          </a:ln>
        </p:spPr>
        <p:style>
          <a:lnRef idx="2">
            <a:schemeClr val="accent1"/>
          </a:lnRef>
          <a:fillRef idx="0">
            <a:srgbClr val="FFFFFF"/>
          </a:fillRef>
          <a:effectRef idx="0">
            <a:srgbClr val="FFFFFF"/>
          </a:effectRef>
          <a:fontRef idx="minor">
            <a:schemeClr val="tx1"/>
          </a:fontRef>
        </p:style>
      </p:cxnSp>
      <p:cxnSp>
        <p:nvCxnSpPr>
          <p:cNvPr id="101" name="直接箭头连接符 100"/>
          <p:cNvCxnSpPr/>
          <p:nvPr/>
        </p:nvCxnSpPr>
        <p:spPr>
          <a:xfrm flipH="1">
            <a:off x="1857375" y="3677285"/>
            <a:ext cx="2737485" cy="2292985"/>
          </a:xfrm>
          <a:prstGeom prst="straightConnector1">
            <a:avLst/>
          </a:prstGeom>
          <a:ln>
            <a:prstDash val="dash"/>
            <a:tailEnd type="arrow"/>
          </a:ln>
        </p:spPr>
        <p:style>
          <a:lnRef idx="2">
            <a:schemeClr val="accent1"/>
          </a:lnRef>
          <a:fillRef idx="0">
            <a:srgbClr val="FFFFFF"/>
          </a:fillRef>
          <a:effectRef idx="0">
            <a:srgbClr val="FFFFFF"/>
          </a:effectRef>
          <a:fontRef idx="minor">
            <a:schemeClr val="tx1"/>
          </a:fontRef>
        </p:style>
      </p:cxnSp>
      <p:grpSp>
        <p:nvGrpSpPr>
          <p:cNvPr id="105" name="组合 104"/>
          <p:cNvGrpSpPr/>
          <p:nvPr/>
        </p:nvGrpSpPr>
        <p:grpSpPr>
          <a:xfrm>
            <a:off x="6574790" y="3290570"/>
            <a:ext cx="650240" cy="368300"/>
            <a:chOff x="1222" y="4729"/>
            <a:chExt cx="1024" cy="580"/>
          </a:xfrm>
        </p:grpSpPr>
        <p:sp>
          <p:nvSpPr>
            <p:cNvPr id="106" name="矩形 105"/>
            <p:cNvSpPr/>
            <p:nvPr/>
          </p:nvSpPr>
          <p:spPr>
            <a:xfrm>
              <a:off x="1330" y="4761"/>
              <a:ext cx="916" cy="548"/>
            </a:xfrm>
            <a:prstGeom prst="rect">
              <a:avLst/>
            </a:prstGeom>
            <a:ln>
              <a:solidFill>
                <a:schemeClr val="tx1"/>
              </a:solidFill>
            </a:ln>
          </p:spPr>
          <p:style>
            <a:lnRef idx="2">
              <a:schemeClr val="accent1"/>
            </a:lnRef>
            <a:fillRef idx="0">
              <a:srgbClr val="FFFFFF"/>
            </a:fillRef>
            <a:effectRef idx="0">
              <a:srgbClr val="FFFFFF"/>
            </a:effectRef>
            <a:fontRef idx="minor">
              <a:schemeClr val="tx1"/>
            </a:fontRef>
          </p:style>
          <p:txBody>
            <a:bodyPr wrap="none" lIns="162000" anchor="ctr"/>
            <a:p>
              <a:pPr marL="0" lvl="0" indent="0" algn="l" eaLnBrk="1" hangingPunct="1">
                <a:lnSpc>
                  <a:spcPct val="130000"/>
                </a:lnSpc>
                <a:spcBef>
                  <a:spcPct val="0"/>
                </a:spcBef>
                <a:buSzPct val="80000"/>
                <a:buFont typeface="Wingdings" panose="05000000000000000000" pitchFamily="2" charset="2"/>
                <a:buNone/>
              </a:pPr>
              <a:endParaRPr lang="en-US" altLang="zh-CN" sz="1800" b="1" dirty="0">
                <a:solidFill>
                  <a:srgbClr val="1485A4"/>
                </a:solidFill>
                <a:latin typeface="微软雅黑" panose="020B0503020204020204" charset="-122"/>
                <a:ea typeface="微软雅黑" panose="020B0503020204020204" charset="-122"/>
                <a:sym typeface="+mn-ea"/>
              </a:endParaRPr>
            </a:p>
          </p:txBody>
        </p:sp>
        <p:sp>
          <p:nvSpPr>
            <p:cNvPr id="107" name="文本框 106"/>
            <p:cNvSpPr txBox="1"/>
            <p:nvPr/>
          </p:nvSpPr>
          <p:spPr>
            <a:xfrm>
              <a:off x="1222" y="4729"/>
              <a:ext cx="1024" cy="580"/>
            </a:xfrm>
            <a:prstGeom prst="rect">
              <a:avLst/>
            </a:prstGeom>
            <a:noFill/>
          </p:spPr>
          <p:txBody>
            <a:bodyPr wrap="square" rtlCol="0">
              <a:spAutoFit/>
            </a:bodyPr>
            <a:p>
              <a:r>
                <a:rPr lang="en-US" altLang="zh-CN" b="1">
                  <a:latin typeface="微软雅黑" panose="020B0503020204020204" charset="-122"/>
                  <a:ea typeface="微软雅黑" panose="020B0503020204020204" charset="-122"/>
                </a:rPr>
                <a:t>(1,2)</a:t>
              </a:r>
              <a:endParaRPr lang="en-US" altLang="zh-CN" b="1">
                <a:latin typeface="微软雅黑" panose="020B0503020204020204" charset="-122"/>
                <a:ea typeface="微软雅黑" panose="020B0503020204020204" charset="-122"/>
              </a:endParaRPr>
            </a:p>
          </p:txBody>
        </p:sp>
      </p:grpSp>
      <p:grpSp>
        <p:nvGrpSpPr>
          <p:cNvPr id="108" name="组合 107"/>
          <p:cNvGrpSpPr/>
          <p:nvPr/>
        </p:nvGrpSpPr>
        <p:grpSpPr>
          <a:xfrm>
            <a:off x="7418070" y="3290570"/>
            <a:ext cx="650240" cy="368300"/>
            <a:chOff x="1222" y="4729"/>
            <a:chExt cx="1024" cy="580"/>
          </a:xfrm>
        </p:grpSpPr>
        <p:sp>
          <p:nvSpPr>
            <p:cNvPr id="109" name="矩形 108"/>
            <p:cNvSpPr/>
            <p:nvPr/>
          </p:nvSpPr>
          <p:spPr>
            <a:xfrm>
              <a:off x="1330" y="4761"/>
              <a:ext cx="916" cy="548"/>
            </a:xfrm>
            <a:prstGeom prst="rect">
              <a:avLst/>
            </a:prstGeom>
            <a:ln>
              <a:solidFill>
                <a:schemeClr val="tx1"/>
              </a:solidFill>
            </a:ln>
          </p:spPr>
          <p:style>
            <a:lnRef idx="2">
              <a:schemeClr val="accent1"/>
            </a:lnRef>
            <a:fillRef idx="0">
              <a:srgbClr val="FFFFFF"/>
            </a:fillRef>
            <a:effectRef idx="0">
              <a:srgbClr val="FFFFFF"/>
            </a:effectRef>
            <a:fontRef idx="minor">
              <a:schemeClr val="tx1"/>
            </a:fontRef>
          </p:style>
          <p:txBody>
            <a:bodyPr wrap="none" lIns="162000" anchor="ctr"/>
            <a:p>
              <a:pPr marL="0" lvl="0" indent="0" algn="l" eaLnBrk="1" hangingPunct="1">
                <a:lnSpc>
                  <a:spcPct val="130000"/>
                </a:lnSpc>
                <a:spcBef>
                  <a:spcPct val="0"/>
                </a:spcBef>
                <a:buSzPct val="80000"/>
                <a:buFont typeface="Wingdings" panose="05000000000000000000" pitchFamily="2" charset="2"/>
                <a:buNone/>
              </a:pPr>
              <a:endParaRPr lang="en-US" altLang="zh-CN" sz="1800" b="1" dirty="0">
                <a:solidFill>
                  <a:srgbClr val="1485A4"/>
                </a:solidFill>
                <a:latin typeface="微软雅黑" panose="020B0503020204020204" charset="-122"/>
                <a:ea typeface="微软雅黑" panose="020B0503020204020204" charset="-122"/>
                <a:sym typeface="+mn-ea"/>
              </a:endParaRPr>
            </a:p>
          </p:txBody>
        </p:sp>
        <p:sp>
          <p:nvSpPr>
            <p:cNvPr id="110" name="文本框 109"/>
            <p:cNvSpPr txBox="1"/>
            <p:nvPr/>
          </p:nvSpPr>
          <p:spPr>
            <a:xfrm>
              <a:off x="1222" y="4729"/>
              <a:ext cx="1024" cy="580"/>
            </a:xfrm>
            <a:prstGeom prst="rect">
              <a:avLst/>
            </a:prstGeom>
            <a:noFill/>
          </p:spPr>
          <p:txBody>
            <a:bodyPr wrap="square" rtlCol="0">
              <a:spAutoFit/>
            </a:bodyPr>
            <a:p>
              <a:r>
                <a:rPr lang="en-US" altLang="zh-CN" b="1">
                  <a:latin typeface="微软雅黑" panose="020B0503020204020204" charset="-122"/>
                  <a:ea typeface="微软雅黑" panose="020B0503020204020204" charset="-122"/>
                </a:rPr>
                <a:t>(4,3)</a:t>
              </a:r>
              <a:endParaRPr lang="en-US" altLang="zh-CN" b="1">
                <a:latin typeface="微软雅黑" panose="020B0503020204020204" charset="-122"/>
                <a:ea typeface="微软雅黑" panose="020B0503020204020204" charset="-122"/>
              </a:endParaRPr>
            </a:p>
          </p:txBody>
        </p:sp>
      </p:grpSp>
      <p:grpSp>
        <p:nvGrpSpPr>
          <p:cNvPr id="111" name="组合 110"/>
          <p:cNvGrpSpPr/>
          <p:nvPr/>
        </p:nvGrpSpPr>
        <p:grpSpPr>
          <a:xfrm>
            <a:off x="9928860" y="3290570"/>
            <a:ext cx="650240" cy="368300"/>
            <a:chOff x="1222" y="4729"/>
            <a:chExt cx="1024" cy="580"/>
          </a:xfrm>
        </p:grpSpPr>
        <p:sp>
          <p:nvSpPr>
            <p:cNvPr id="112" name="矩形 111"/>
            <p:cNvSpPr/>
            <p:nvPr/>
          </p:nvSpPr>
          <p:spPr>
            <a:xfrm>
              <a:off x="1330" y="4761"/>
              <a:ext cx="916" cy="548"/>
            </a:xfrm>
            <a:prstGeom prst="rect">
              <a:avLst/>
            </a:prstGeom>
            <a:ln>
              <a:solidFill>
                <a:schemeClr val="tx1"/>
              </a:solidFill>
            </a:ln>
          </p:spPr>
          <p:style>
            <a:lnRef idx="2">
              <a:schemeClr val="accent1"/>
            </a:lnRef>
            <a:fillRef idx="0">
              <a:srgbClr val="FFFFFF"/>
            </a:fillRef>
            <a:effectRef idx="0">
              <a:srgbClr val="FFFFFF"/>
            </a:effectRef>
            <a:fontRef idx="minor">
              <a:schemeClr val="tx1"/>
            </a:fontRef>
          </p:style>
          <p:txBody>
            <a:bodyPr wrap="none" lIns="162000" anchor="ctr"/>
            <a:p>
              <a:pPr marL="0" lvl="0" indent="0" algn="l" eaLnBrk="1" hangingPunct="1">
                <a:lnSpc>
                  <a:spcPct val="130000"/>
                </a:lnSpc>
                <a:spcBef>
                  <a:spcPct val="0"/>
                </a:spcBef>
                <a:buSzPct val="80000"/>
                <a:buFont typeface="Wingdings" panose="05000000000000000000" pitchFamily="2" charset="2"/>
                <a:buNone/>
              </a:pPr>
              <a:endParaRPr lang="en-US" altLang="zh-CN" sz="1800" b="1" dirty="0">
                <a:solidFill>
                  <a:srgbClr val="1485A4"/>
                </a:solidFill>
                <a:latin typeface="微软雅黑" panose="020B0503020204020204" charset="-122"/>
                <a:ea typeface="微软雅黑" panose="020B0503020204020204" charset="-122"/>
                <a:sym typeface="+mn-ea"/>
              </a:endParaRPr>
            </a:p>
          </p:txBody>
        </p:sp>
        <p:sp>
          <p:nvSpPr>
            <p:cNvPr id="113" name="文本框 112"/>
            <p:cNvSpPr txBox="1"/>
            <p:nvPr/>
          </p:nvSpPr>
          <p:spPr>
            <a:xfrm>
              <a:off x="1222" y="4729"/>
              <a:ext cx="1024" cy="580"/>
            </a:xfrm>
            <a:prstGeom prst="rect">
              <a:avLst/>
            </a:prstGeom>
            <a:noFill/>
          </p:spPr>
          <p:txBody>
            <a:bodyPr wrap="square" rtlCol="0">
              <a:spAutoFit/>
            </a:bodyPr>
            <a:p>
              <a:r>
                <a:rPr lang="en-US" altLang="zh-CN" b="1">
                  <a:latin typeface="微软雅黑" panose="020B0503020204020204" charset="-122"/>
                  <a:ea typeface="微软雅黑" panose="020B0503020204020204" charset="-122"/>
                </a:rPr>
                <a:t>(1,7)</a:t>
              </a:r>
              <a:endParaRPr lang="en-US" altLang="zh-CN" b="1">
                <a:latin typeface="微软雅黑" panose="020B0503020204020204" charset="-122"/>
                <a:ea typeface="微软雅黑" panose="020B0503020204020204" charset="-122"/>
              </a:endParaRPr>
            </a:p>
          </p:txBody>
        </p:sp>
      </p:grpSp>
      <p:grpSp>
        <p:nvGrpSpPr>
          <p:cNvPr id="114" name="组合 113"/>
          <p:cNvGrpSpPr/>
          <p:nvPr/>
        </p:nvGrpSpPr>
        <p:grpSpPr>
          <a:xfrm>
            <a:off x="10774680" y="3281045"/>
            <a:ext cx="650240" cy="368300"/>
            <a:chOff x="1222" y="4729"/>
            <a:chExt cx="1024" cy="580"/>
          </a:xfrm>
        </p:grpSpPr>
        <p:sp>
          <p:nvSpPr>
            <p:cNvPr id="115" name="矩形 114"/>
            <p:cNvSpPr/>
            <p:nvPr/>
          </p:nvSpPr>
          <p:spPr>
            <a:xfrm>
              <a:off x="1330" y="4761"/>
              <a:ext cx="916" cy="548"/>
            </a:xfrm>
            <a:prstGeom prst="rect">
              <a:avLst/>
            </a:prstGeom>
            <a:ln>
              <a:solidFill>
                <a:schemeClr val="tx1"/>
              </a:solidFill>
            </a:ln>
          </p:spPr>
          <p:style>
            <a:lnRef idx="2">
              <a:schemeClr val="accent1"/>
            </a:lnRef>
            <a:fillRef idx="0">
              <a:srgbClr val="FFFFFF"/>
            </a:fillRef>
            <a:effectRef idx="0">
              <a:srgbClr val="FFFFFF"/>
            </a:effectRef>
            <a:fontRef idx="minor">
              <a:schemeClr val="tx1"/>
            </a:fontRef>
          </p:style>
          <p:txBody>
            <a:bodyPr wrap="none" lIns="162000" anchor="ctr"/>
            <a:p>
              <a:pPr marL="0" lvl="0" indent="0" algn="l" eaLnBrk="1" hangingPunct="1">
                <a:lnSpc>
                  <a:spcPct val="130000"/>
                </a:lnSpc>
                <a:spcBef>
                  <a:spcPct val="0"/>
                </a:spcBef>
                <a:buSzPct val="80000"/>
                <a:buFont typeface="Wingdings" panose="05000000000000000000" pitchFamily="2" charset="2"/>
                <a:buNone/>
              </a:pPr>
              <a:endParaRPr lang="en-US" altLang="zh-CN" sz="1800" b="1" dirty="0">
                <a:solidFill>
                  <a:srgbClr val="1485A4"/>
                </a:solidFill>
                <a:latin typeface="微软雅黑" panose="020B0503020204020204" charset="-122"/>
                <a:ea typeface="微软雅黑" panose="020B0503020204020204" charset="-122"/>
                <a:sym typeface="+mn-ea"/>
              </a:endParaRPr>
            </a:p>
          </p:txBody>
        </p:sp>
        <p:sp>
          <p:nvSpPr>
            <p:cNvPr id="116" name="文本框 115"/>
            <p:cNvSpPr txBox="1"/>
            <p:nvPr/>
          </p:nvSpPr>
          <p:spPr>
            <a:xfrm>
              <a:off x="1222" y="4729"/>
              <a:ext cx="1024" cy="580"/>
            </a:xfrm>
            <a:prstGeom prst="rect">
              <a:avLst/>
            </a:prstGeom>
            <a:noFill/>
          </p:spPr>
          <p:txBody>
            <a:bodyPr wrap="square" rtlCol="0">
              <a:spAutoFit/>
            </a:bodyPr>
            <a:p>
              <a:r>
                <a:rPr lang="en-US" altLang="zh-CN" b="1">
                  <a:latin typeface="微软雅黑" panose="020B0503020204020204" charset="-122"/>
                  <a:ea typeface="微软雅黑" panose="020B0503020204020204" charset="-122"/>
                </a:rPr>
                <a:t>(3,6)</a:t>
              </a:r>
              <a:endParaRPr lang="en-US" altLang="zh-CN" b="1">
                <a:latin typeface="微软雅黑" panose="020B0503020204020204" charset="-122"/>
                <a:ea typeface="微软雅黑" panose="020B0503020204020204" charset="-122"/>
              </a:endParaRPr>
            </a:p>
          </p:txBody>
        </p:sp>
      </p:grpSp>
      <p:grpSp>
        <p:nvGrpSpPr>
          <p:cNvPr id="117" name="组合 116"/>
          <p:cNvGrpSpPr/>
          <p:nvPr/>
        </p:nvGrpSpPr>
        <p:grpSpPr>
          <a:xfrm>
            <a:off x="8263255" y="3290570"/>
            <a:ext cx="650240" cy="368300"/>
            <a:chOff x="1222" y="4729"/>
            <a:chExt cx="1024" cy="580"/>
          </a:xfrm>
        </p:grpSpPr>
        <p:sp>
          <p:nvSpPr>
            <p:cNvPr id="118" name="矩形 117"/>
            <p:cNvSpPr/>
            <p:nvPr/>
          </p:nvSpPr>
          <p:spPr>
            <a:xfrm>
              <a:off x="1330" y="4761"/>
              <a:ext cx="916" cy="548"/>
            </a:xfrm>
            <a:prstGeom prst="rect">
              <a:avLst/>
            </a:prstGeom>
            <a:ln>
              <a:solidFill>
                <a:schemeClr val="tx1"/>
              </a:solidFill>
            </a:ln>
          </p:spPr>
          <p:style>
            <a:lnRef idx="2">
              <a:schemeClr val="accent1"/>
            </a:lnRef>
            <a:fillRef idx="0">
              <a:srgbClr val="FFFFFF"/>
            </a:fillRef>
            <a:effectRef idx="0">
              <a:srgbClr val="FFFFFF"/>
            </a:effectRef>
            <a:fontRef idx="minor">
              <a:schemeClr val="tx1"/>
            </a:fontRef>
          </p:style>
          <p:txBody>
            <a:bodyPr wrap="none" lIns="162000" anchor="ctr"/>
            <a:p>
              <a:pPr marL="0" lvl="0" indent="0" algn="l" eaLnBrk="1" hangingPunct="1">
                <a:lnSpc>
                  <a:spcPct val="130000"/>
                </a:lnSpc>
                <a:spcBef>
                  <a:spcPct val="0"/>
                </a:spcBef>
                <a:buSzPct val="80000"/>
                <a:buFont typeface="Wingdings" panose="05000000000000000000" pitchFamily="2" charset="2"/>
                <a:buNone/>
              </a:pPr>
              <a:endParaRPr lang="en-US" altLang="zh-CN" sz="1800" b="1" dirty="0">
                <a:solidFill>
                  <a:srgbClr val="1485A4"/>
                </a:solidFill>
                <a:latin typeface="微软雅黑" panose="020B0503020204020204" charset="-122"/>
                <a:ea typeface="微软雅黑" panose="020B0503020204020204" charset="-122"/>
                <a:sym typeface="+mn-ea"/>
              </a:endParaRPr>
            </a:p>
          </p:txBody>
        </p:sp>
        <p:sp>
          <p:nvSpPr>
            <p:cNvPr id="119" name="文本框 118"/>
            <p:cNvSpPr txBox="1"/>
            <p:nvPr/>
          </p:nvSpPr>
          <p:spPr>
            <a:xfrm>
              <a:off x="1222" y="4729"/>
              <a:ext cx="1024" cy="580"/>
            </a:xfrm>
            <a:prstGeom prst="rect">
              <a:avLst/>
            </a:prstGeom>
            <a:noFill/>
          </p:spPr>
          <p:txBody>
            <a:bodyPr wrap="square" rtlCol="0">
              <a:spAutoFit/>
            </a:bodyPr>
            <a:p>
              <a:r>
                <a:rPr lang="en-US" altLang="zh-CN" b="1">
                  <a:latin typeface="微软雅黑" panose="020B0503020204020204" charset="-122"/>
                  <a:ea typeface="微软雅黑" panose="020B0503020204020204" charset="-122"/>
                </a:rPr>
                <a:t>(2,5)</a:t>
              </a:r>
              <a:endParaRPr lang="en-US" altLang="zh-CN" b="1">
                <a:latin typeface="微软雅黑" panose="020B0503020204020204" charset="-122"/>
                <a:ea typeface="微软雅黑" panose="020B0503020204020204" charset="-122"/>
              </a:endParaRPr>
            </a:p>
          </p:txBody>
        </p:sp>
      </p:grpSp>
      <p:grpSp>
        <p:nvGrpSpPr>
          <p:cNvPr id="120" name="组合 119"/>
          <p:cNvGrpSpPr/>
          <p:nvPr/>
        </p:nvGrpSpPr>
        <p:grpSpPr>
          <a:xfrm>
            <a:off x="9098280" y="3290570"/>
            <a:ext cx="650240" cy="368300"/>
            <a:chOff x="1222" y="4729"/>
            <a:chExt cx="1024" cy="580"/>
          </a:xfrm>
        </p:grpSpPr>
        <p:sp>
          <p:nvSpPr>
            <p:cNvPr id="121" name="矩形 120"/>
            <p:cNvSpPr/>
            <p:nvPr/>
          </p:nvSpPr>
          <p:spPr>
            <a:xfrm>
              <a:off x="1330" y="4761"/>
              <a:ext cx="916" cy="548"/>
            </a:xfrm>
            <a:prstGeom prst="rect">
              <a:avLst/>
            </a:prstGeom>
            <a:ln>
              <a:solidFill>
                <a:schemeClr val="tx1"/>
              </a:solidFill>
            </a:ln>
          </p:spPr>
          <p:style>
            <a:lnRef idx="2">
              <a:schemeClr val="accent1"/>
            </a:lnRef>
            <a:fillRef idx="0">
              <a:srgbClr val="FFFFFF"/>
            </a:fillRef>
            <a:effectRef idx="0">
              <a:srgbClr val="FFFFFF"/>
            </a:effectRef>
            <a:fontRef idx="minor">
              <a:schemeClr val="tx1"/>
            </a:fontRef>
          </p:style>
          <p:txBody>
            <a:bodyPr wrap="none" lIns="162000" anchor="ctr"/>
            <a:p>
              <a:pPr marL="0" lvl="0" indent="0" algn="l" eaLnBrk="1" hangingPunct="1">
                <a:lnSpc>
                  <a:spcPct val="130000"/>
                </a:lnSpc>
                <a:spcBef>
                  <a:spcPct val="0"/>
                </a:spcBef>
                <a:buSzPct val="80000"/>
                <a:buFont typeface="Wingdings" panose="05000000000000000000" pitchFamily="2" charset="2"/>
                <a:buNone/>
              </a:pPr>
              <a:endParaRPr lang="en-US" altLang="zh-CN" sz="1800" b="1" dirty="0">
                <a:solidFill>
                  <a:srgbClr val="1485A4"/>
                </a:solidFill>
                <a:latin typeface="微软雅黑" panose="020B0503020204020204" charset="-122"/>
                <a:ea typeface="微软雅黑" panose="020B0503020204020204" charset="-122"/>
                <a:sym typeface="+mn-ea"/>
              </a:endParaRPr>
            </a:p>
          </p:txBody>
        </p:sp>
        <p:sp>
          <p:nvSpPr>
            <p:cNvPr id="122" name="文本框 121"/>
            <p:cNvSpPr txBox="1"/>
            <p:nvPr/>
          </p:nvSpPr>
          <p:spPr>
            <a:xfrm>
              <a:off x="1222" y="4729"/>
              <a:ext cx="1024" cy="580"/>
            </a:xfrm>
            <a:prstGeom prst="rect">
              <a:avLst/>
            </a:prstGeom>
            <a:noFill/>
          </p:spPr>
          <p:txBody>
            <a:bodyPr wrap="square" rtlCol="0">
              <a:spAutoFit/>
            </a:bodyPr>
            <a:p>
              <a:r>
                <a:rPr lang="en-US" altLang="zh-CN" b="1">
                  <a:latin typeface="微软雅黑" panose="020B0503020204020204" charset="-122"/>
                  <a:ea typeface="微软雅黑" panose="020B0503020204020204" charset="-122"/>
                </a:rPr>
                <a:t>(4,1)</a:t>
              </a:r>
              <a:endParaRPr lang="en-US" altLang="zh-CN" b="1">
                <a:latin typeface="微软雅黑" panose="020B0503020204020204" charset="-122"/>
                <a:ea typeface="微软雅黑" panose="020B0503020204020204" charset="-122"/>
              </a:endParaRPr>
            </a:p>
          </p:txBody>
        </p:sp>
      </p:grpSp>
      <p:sp>
        <p:nvSpPr>
          <p:cNvPr id="123" name="文本框 122"/>
          <p:cNvSpPr txBox="1"/>
          <p:nvPr/>
        </p:nvSpPr>
        <p:spPr>
          <a:xfrm>
            <a:off x="7077075" y="2914015"/>
            <a:ext cx="3895090" cy="368300"/>
          </a:xfrm>
          <a:prstGeom prst="rect">
            <a:avLst/>
          </a:prstGeom>
          <a:noFill/>
        </p:spPr>
        <p:txBody>
          <a:bodyPr wrap="square" rtlCol="0">
            <a:spAutoFit/>
          </a:bodyPr>
          <a:p>
            <a:pPr algn="ctr"/>
            <a:r>
              <a:rPr lang="en-US" altLang="zh-CN" b="1">
                <a:latin typeface="微软雅黑" panose="020B0503020204020204" charset="-122"/>
                <a:ea typeface="微软雅黑" panose="020B0503020204020204" charset="-122"/>
              </a:rPr>
              <a:t>partial products: (column,value)</a:t>
            </a:r>
            <a:endParaRPr lang="en-US" altLang="zh-CN" b="1"/>
          </a:p>
        </p:txBody>
      </p:sp>
      <p:sp>
        <p:nvSpPr>
          <p:cNvPr id="125" name="矩形 124"/>
          <p:cNvSpPr/>
          <p:nvPr/>
        </p:nvSpPr>
        <p:spPr>
          <a:xfrm>
            <a:off x="8091805" y="5969635"/>
            <a:ext cx="984885" cy="347980"/>
          </a:xfrm>
          <a:prstGeom prst="rect">
            <a:avLst/>
          </a:prstGeom>
          <a:ln>
            <a:solidFill>
              <a:schemeClr val="tx1"/>
            </a:solidFill>
          </a:ln>
        </p:spPr>
        <p:style>
          <a:lnRef idx="2">
            <a:schemeClr val="accent1"/>
          </a:lnRef>
          <a:fillRef idx="0">
            <a:srgbClr val="FFFFFF"/>
          </a:fillRef>
          <a:effectRef idx="0">
            <a:srgbClr val="FFFFFF"/>
          </a:effectRef>
          <a:fontRef idx="minor">
            <a:schemeClr val="tx1"/>
          </a:fontRef>
        </p:style>
        <p:txBody>
          <a:bodyPr wrap="none" lIns="162000" anchor="ctr"/>
          <a:p>
            <a:pPr marL="0" lvl="0" indent="0" algn="l" eaLnBrk="1" hangingPunct="1">
              <a:lnSpc>
                <a:spcPct val="130000"/>
              </a:lnSpc>
              <a:spcBef>
                <a:spcPct val="0"/>
              </a:spcBef>
              <a:buSzPct val="80000"/>
              <a:buFont typeface="Wingdings" panose="05000000000000000000" pitchFamily="2" charset="2"/>
              <a:buNone/>
            </a:pPr>
            <a:endParaRPr lang="en-US" altLang="zh-CN" sz="2400" b="1" dirty="0">
              <a:solidFill>
                <a:srgbClr val="1485A4"/>
              </a:solidFill>
              <a:latin typeface="Times New Roman" panose="02020603050405020304" charset="0"/>
              <a:ea typeface="微软雅黑" panose="020B0503020204020204" charset="-122"/>
              <a:sym typeface="+mn-ea"/>
            </a:endParaRPr>
          </a:p>
        </p:txBody>
      </p:sp>
      <p:sp>
        <p:nvSpPr>
          <p:cNvPr id="126" name="矩形 125"/>
          <p:cNvSpPr/>
          <p:nvPr/>
        </p:nvSpPr>
        <p:spPr>
          <a:xfrm>
            <a:off x="9076690" y="5969635"/>
            <a:ext cx="984885" cy="347980"/>
          </a:xfrm>
          <a:prstGeom prst="rect">
            <a:avLst/>
          </a:prstGeom>
          <a:ln>
            <a:solidFill>
              <a:schemeClr val="tx1"/>
            </a:solidFill>
          </a:ln>
        </p:spPr>
        <p:style>
          <a:lnRef idx="2">
            <a:schemeClr val="accent1"/>
          </a:lnRef>
          <a:fillRef idx="0">
            <a:srgbClr val="FFFFFF"/>
          </a:fillRef>
          <a:effectRef idx="0">
            <a:srgbClr val="FFFFFF"/>
          </a:effectRef>
          <a:fontRef idx="minor">
            <a:schemeClr val="tx1"/>
          </a:fontRef>
        </p:style>
        <p:txBody>
          <a:bodyPr wrap="none" lIns="162000" anchor="ctr"/>
          <a:p>
            <a:pPr marL="0" lvl="0" indent="0" algn="l" eaLnBrk="1" hangingPunct="1">
              <a:lnSpc>
                <a:spcPct val="130000"/>
              </a:lnSpc>
              <a:spcBef>
                <a:spcPct val="0"/>
              </a:spcBef>
              <a:buSzPct val="80000"/>
              <a:buFont typeface="Wingdings" panose="05000000000000000000" pitchFamily="2" charset="2"/>
              <a:buNone/>
            </a:pPr>
            <a:endParaRPr lang="en-US" altLang="zh-CN" sz="2400" b="1" dirty="0">
              <a:solidFill>
                <a:srgbClr val="1485A4"/>
              </a:solidFill>
              <a:latin typeface="Times New Roman" panose="02020603050405020304" charset="0"/>
              <a:ea typeface="微软雅黑" panose="020B0503020204020204" charset="-122"/>
              <a:sym typeface="+mn-ea"/>
            </a:endParaRPr>
          </a:p>
        </p:txBody>
      </p:sp>
      <p:sp>
        <p:nvSpPr>
          <p:cNvPr id="127" name="矩形 126"/>
          <p:cNvSpPr/>
          <p:nvPr/>
        </p:nvSpPr>
        <p:spPr>
          <a:xfrm>
            <a:off x="10061575" y="5969635"/>
            <a:ext cx="984885" cy="347980"/>
          </a:xfrm>
          <a:prstGeom prst="rect">
            <a:avLst/>
          </a:prstGeom>
          <a:ln>
            <a:solidFill>
              <a:schemeClr val="tx1"/>
            </a:solidFill>
          </a:ln>
        </p:spPr>
        <p:style>
          <a:lnRef idx="2">
            <a:schemeClr val="accent1"/>
          </a:lnRef>
          <a:fillRef idx="0">
            <a:srgbClr val="FFFFFF"/>
          </a:fillRef>
          <a:effectRef idx="0">
            <a:srgbClr val="FFFFFF"/>
          </a:effectRef>
          <a:fontRef idx="minor">
            <a:schemeClr val="tx1"/>
          </a:fontRef>
        </p:style>
        <p:txBody>
          <a:bodyPr wrap="none" lIns="162000" anchor="ctr"/>
          <a:p>
            <a:pPr marL="0" lvl="0" indent="0" algn="l" eaLnBrk="1" hangingPunct="1">
              <a:lnSpc>
                <a:spcPct val="130000"/>
              </a:lnSpc>
              <a:spcBef>
                <a:spcPct val="0"/>
              </a:spcBef>
              <a:buSzPct val="80000"/>
              <a:buFont typeface="Wingdings" panose="05000000000000000000" pitchFamily="2" charset="2"/>
              <a:buNone/>
            </a:pPr>
            <a:endParaRPr lang="en-US" altLang="zh-CN" sz="2400" b="1" dirty="0">
              <a:solidFill>
                <a:srgbClr val="1485A4"/>
              </a:solidFill>
              <a:latin typeface="Times New Roman" panose="02020603050405020304" charset="0"/>
              <a:ea typeface="微软雅黑" panose="020B0503020204020204" charset="-122"/>
              <a:sym typeface="+mn-ea"/>
            </a:endParaRPr>
          </a:p>
        </p:txBody>
      </p:sp>
      <p:grpSp>
        <p:nvGrpSpPr>
          <p:cNvPr id="128" name="组合 127"/>
          <p:cNvGrpSpPr/>
          <p:nvPr/>
        </p:nvGrpSpPr>
        <p:grpSpPr>
          <a:xfrm>
            <a:off x="7106920" y="5949315"/>
            <a:ext cx="984250" cy="368300"/>
            <a:chOff x="1787" y="8929"/>
            <a:chExt cx="1550" cy="580"/>
          </a:xfrm>
        </p:grpSpPr>
        <p:sp>
          <p:nvSpPr>
            <p:cNvPr id="129" name="矩形 128"/>
            <p:cNvSpPr/>
            <p:nvPr/>
          </p:nvSpPr>
          <p:spPr>
            <a:xfrm>
              <a:off x="1787" y="8961"/>
              <a:ext cx="1551" cy="548"/>
            </a:xfrm>
            <a:prstGeom prst="rect">
              <a:avLst/>
            </a:prstGeom>
            <a:ln>
              <a:solidFill>
                <a:schemeClr val="tx1"/>
              </a:solidFill>
            </a:ln>
          </p:spPr>
          <p:style>
            <a:lnRef idx="2">
              <a:schemeClr val="accent1"/>
            </a:lnRef>
            <a:fillRef idx="0">
              <a:srgbClr val="FFFFFF"/>
            </a:fillRef>
            <a:effectRef idx="0">
              <a:srgbClr val="FFFFFF"/>
            </a:effectRef>
            <a:fontRef idx="minor">
              <a:schemeClr val="tx1"/>
            </a:fontRef>
          </p:style>
          <p:txBody>
            <a:bodyPr wrap="none" lIns="162000" anchor="ctr"/>
            <a:p>
              <a:pPr marL="0" lvl="0" indent="0" algn="l" eaLnBrk="1" hangingPunct="1">
                <a:lnSpc>
                  <a:spcPct val="130000"/>
                </a:lnSpc>
                <a:spcBef>
                  <a:spcPct val="0"/>
                </a:spcBef>
                <a:buSzPct val="80000"/>
                <a:buFont typeface="Wingdings" panose="05000000000000000000" pitchFamily="2" charset="2"/>
                <a:buNone/>
              </a:pPr>
              <a:endParaRPr lang="en-US" altLang="zh-CN" sz="1800" b="1" dirty="0">
                <a:solidFill>
                  <a:srgbClr val="1485A4"/>
                </a:solidFill>
                <a:latin typeface="微软雅黑" panose="020B0503020204020204" charset="-122"/>
                <a:ea typeface="微软雅黑" panose="020B0503020204020204" charset="-122"/>
                <a:sym typeface="+mn-ea"/>
              </a:endParaRPr>
            </a:p>
          </p:txBody>
        </p:sp>
        <p:sp>
          <p:nvSpPr>
            <p:cNvPr id="130" name="文本框 129"/>
            <p:cNvSpPr txBox="1"/>
            <p:nvPr/>
          </p:nvSpPr>
          <p:spPr>
            <a:xfrm>
              <a:off x="2036" y="8929"/>
              <a:ext cx="1053" cy="580"/>
            </a:xfrm>
            <a:prstGeom prst="rect">
              <a:avLst/>
            </a:prstGeom>
            <a:noFill/>
          </p:spPr>
          <p:txBody>
            <a:bodyPr wrap="square" rtlCol="0">
              <a:spAutoFit/>
            </a:bodyPr>
            <a:p>
              <a:r>
                <a:rPr lang="en-US" altLang="zh-CN" b="1">
                  <a:latin typeface="微软雅黑" panose="020B0503020204020204" charset="-122"/>
                  <a:ea typeface="微软雅黑" panose="020B0503020204020204" charset="-122"/>
                </a:rPr>
                <a:t>(1,9)</a:t>
              </a:r>
              <a:endParaRPr lang="en-US" altLang="zh-CN" b="1">
                <a:latin typeface="微软雅黑" panose="020B0503020204020204" charset="-122"/>
                <a:ea typeface="微软雅黑" panose="020B0503020204020204" charset="-122"/>
              </a:endParaRPr>
            </a:p>
          </p:txBody>
        </p:sp>
      </p:grpSp>
      <p:sp>
        <p:nvSpPr>
          <p:cNvPr id="131" name="文本框 130"/>
          <p:cNvSpPr txBox="1"/>
          <p:nvPr/>
        </p:nvSpPr>
        <p:spPr>
          <a:xfrm>
            <a:off x="8234045" y="5949315"/>
            <a:ext cx="668655" cy="368300"/>
          </a:xfrm>
          <a:prstGeom prst="rect">
            <a:avLst/>
          </a:prstGeom>
          <a:noFill/>
        </p:spPr>
        <p:txBody>
          <a:bodyPr wrap="square" rtlCol="0">
            <a:spAutoFit/>
          </a:bodyPr>
          <a:p>
            <a:r>
              <a:rPr lang="en-US" altLang="zh-CN" b="1">
                <a:latin typeface="微软雅黑" panose="020B0503020204020204" charset="-122"/>
                <a:ea typeface="微软雅黑" panose="020B0503020204020204" charset="-122"/>
              </a:rPr>
              <a:t>(2,5)</a:t>
            </a:r>
            <a:endParaRPr lang="en-US" altLang="zh-CN" b="1">
              <a:latin typeface="微软雅黑" panose="020B0503020204020204" charset="-122"/>
              <a:ea typeface="微软雅黑" panose="020B0503020204020204" charset="-122"/>
            </a:endParaRPr>
          </a:p>
        </p:txBody>
      </p:sp>
      <p:sp>
        <p:nvSpPr>
          <p:cNvPr id="132" name="文本框 131"/>
          <p:cNvSpPr txBox="1"/>
          <p:nvPr/>
        </p:nvSpPr>
        <p:spPr>
          <a:xfrm>
            <a:off x="9234805" y="5949315"/>
            <a:ext cx="668655" cy="368300"/>
          </a:xfrm>
          <a:prstGeom prst="rect">
            <a:avLst/>
          </a:prstGeom>
          <a:noFill/>
        </p:spPr>
        <p:txBody>
          <a:bodyPr wrap="square" rtlCol="0">
            <a:spAutoFit/>
          </a:bodyPr>
          <a:p>
            <a:r>
              <a:rPr lang="en-US" altLang="zh-CN" b="1">
                <a:latin typeface="微软雅黑" panose="020B0503020204020204" charset="-122"/>
                <a:ea typeface="微软雅黑" panose="020B0503020204020204" charset="-122"/>
              </a:rPr>
              <a:t>(3,6)</a:t>
            </a:r>
            <a:endParaRPr lang="en-US" altLang="zh-CN" b="1">
              <a:latin typeface="微软雅黑" panose="020B0503020204020204" charset="-122"/>
              <a:ea typeface="微软雅黑" panose="020B0503020204020204" charset="-122"/>
            </a:endParaRPr>
          </a:p>
        </p:txBody>
      </p:sp>
      <p:sp>
        <p:nvSpPr>
          <p:cNvPr id="133" name="文本框 132"/>
          <p:cNvSpPr txBox="1"/>
          <p:nvPr/>
        </p:nvSpPr>
        <p:spPr>
          <a:xfrm>
            <a:off x="10212705" y="5949315"/>
            <a:ext cx="668655" cy="368300"/>
          </a:xfrm>
          <a:prstGeom prst="rect">
            <a:avLst/>
          </a:prstGeom>
          <a:noFill/>
        </p:spPr>
        <p:txBody>
          <a:bodyPr wrap="square" rtlCol="0">
            <a:spAutoFit/>
          </a:bodyPr>
          <a:p>
            <a:r>
              <a:rPr lang="en-US" altLang="zh-CN" b="1">
                <a:latin typeface="微软雅黑" panose="020B0503020204020204" charset="-122"/>
                <a:ea typeface="微软雅黑" panose="020B0503020204020204" charset="-122"/>
              </a:rPr>
              <a:t>(4,4)</a:t>
            </a:r>
            <a:endParaRPr lang="en-US" altLang="zh-CN" b="1">
              <a:latin typeface="微软雅黑" panose="020B0503020204020204" charset="-122"/>
              <a:ea typeface="微软雅黑" panose="020B0503020204020204" charset="-122"/>
            </a:endParaRPr>
          </a:p>
        </p:txBody>
      </p:sp>
      <p:cxnSp>
        <p:nvCxnSpPr>
          <p:cNvPr id="134" name="直接箭头连接符 133"/>
          <p:cNvCxnSpPr/>
          <p:nvPr/>
        </p:nvCxnSpPr>
        <p:spPr>
          <a:xfrm>
            <a:off x="9077325" y="5643880"/>
            <a:ext cx="0" cy="347345"/>
          </a:xfrm>
          <a:prstGeom prst="straightConnector1">
            <a:avLst/>
          </a:prstGeom>
          <a:ln>
            <a:solidFill>
              <a:schemeClr val="tx1"/>
            </a:solidFill>
            <a:tailEnd type="arrow"/>
          </a:ln>
        </p:spPr>
        <p:style>
          <a:lnRef idx="2">
            <a:schemeClr val="accent1"/>
          </a:lnRef>
          <a:fillRef idx="0">
            <a:srgbClr val="FFFFFF"/>
          </a:fillRef>
          <a:effectRef idx="0">
            <a:srgbClr val="FFFFFF"/>
          </a:effectRef>
          <a:fontRef idx="minor">
            <a:schemeClr val="tx1"/>
          </a:fontRef>
        </p:style>
      </p:cxnSp>
      <p:sp>
        <p:nvSpPr>
          <p:cNvPr id="135" name="文本框 134"/>
          <p:cNvSpPr txBox="1"/>
          <p:nvPr/>
        </p:nvSpPr>
        <p:spPr>
          <a:xfrm>
            <a:off x="8034655" y="5622925"/>
            <a:ext cx="1019810" cy="368300"/>
          </a:xfrm>
          <a:prstGeom prst="rect">
            <a:avLst/>
          </a:prstGeom>
          <a:noFill/>
        </p:spPr>
        <p:txBody>
          <a:bodyPr wrap="square" rtlCol="0">
            <a:spAutoFit/>
          </a:bodyPr>
          <a:p>
            <a:pPr algn="ctr"/>
            <a:r>
              <a:rPr lang="en-US" altLang="zh-CN" b="1">
                <a:latin typeface="微软雅黑" panose="020B0503020204020204" charset="-122"/>
                <a:ea typeface="微软雅黑" panose="020B0503020204020204" charset="-122"/>
              </a:rPr>
              <a:t>Output</a:t>
            </a:r>
            <a:endParaRPr lang="en-US" altLang="zh-CN" b="1"/>
          </a:p>
        </p:txBody>
      </p:sp>
      <p:sp>
        <p:nvSpPr>
          <p:cNvPr id="138" name="文本框 137"/>
          <p:cNvSpPr txBox="1"/>
          <p:nvPr/>
        </p:nvSpPr>
        <p:spPr>
          <a:xfrm>
            <a:off x="7172960" y="4006850"/>
            <a:ext cx="3873500" cy="368300"/>
          </a:xfrm>
          <a:prstGeom prst="rect">
            <a:avLst/>
          </a:prstGeom>
          <a:noFill/>
        </p:spPr>
        <p:txBody>
          <a:bodyPr wrap="square" rtlCol="0">
            <a:spAutoFit/>
          </a:bodyPr>
          <a:p>
            <a:pPr algn="ctr"/>
            <a:r>
              <a:rPr lang="en-US" altLang="zh-CN" b="1">
                <a:latin typeface="微软雅黑" panose="020B0503020204020204" charset="-122"/>
                <a:ea typeface="微软雅黑" panose="020B0503020204020204" charset="-122"/>
              </a:rPr>
              <a:t>Hash Accumulato</a:t>
            </a:r>
            <a:r>
              <a:rPr lang="en-US" altLang="zh-CN" b="1"/>
              <a:t>r</a:t>
            </a:r>
            <a:endParaRPr lang="en-US" altLang="zh-CN" b="1"/>
          </a:p>
        </p:txBody>
      </p:sp>
      <p:grpSp>
        <p:nvGrpSpPr>
          <p:cNvPr id="212" name="组合 211"/>
          <p:cNvGrpSpPr/>
          <p:nvPr/>
        </p:nvGrpSpPr>
        <p:grpSpPr>
          <a:xfrm>
            <a:off x="6519917" y="4517390"/>
            <a:ext cx="2864748" cy="983529"/>
            <a:chOff x="10787" y="6396"/>
            <a:chExt cx="5340" cy="1734"/>
          </a:xfrm>
        </p:grpSpPr>
        <p:grpSp>
          <p:nvGrpSpPr>
            <p:cNvPr id="151" name="组合 150"/>
            <p:cNvGrpSpPr/>
            <p:nvPr/>
          </p:nvGrpSpPr>
          <p:grpSpPr>
            <a:xfrm>
              <a:off x="10934" y="6466"/>
              <a:ext cx="983" cy="548"/>
              <a:chOff x="10934" y="6683"/>
              <a:chExt cx="983" cy="548"/>
            </a:xfrm>
          </p:grpSpPr>
          <p:sp>
            <p:nvSpPr>
              <p:cNvPr id="144" name="矩形 143"/>
              <p:cNvSpPr/>
              <p:nvPr/>
            </p:nvSpPr>
            <p:spPr>
              <a:xfrm>
                <a:off x="10934" y="6683"/>
                <a:ext cx="916" cy="548"/>
              </a:xfrm>
              <a:prstGeom prst="rect">
                <a:avLst/>
              </a:prstGeom>
              <a:ln>
                <a:solidFill>
                  <a:schemeClr val="tx1"/>
                </a:solidFill>
              </a:ln>
            </p:spPr>
            <p:style>
              <a:lnRef idx="2">
                <a:schemeClr val="accent1"/>
              </a:lnRef>
              <a:fillRef idx="0">
                <a:srgbClr val="FFFFFF"/>
              </a:fillRef>
              <a:effectRef idx="0">
                <a:srgbClr val="FFFFFF"/>
              </a:effectRef>
              <a:fontRef idx="minor">
                <a:schemeClr val="tx1"/>
              </a:fontRef>
            </p:style>
            <p:txBody>
              <a:bodyPr wrap="none" lIns="162000" anchor="ctr"/>
              <a:p>
                <a:pPr marL="0" lvl="0" indent="0" algn="l" eaLnBrk="1" hangingPunct="1">
                  <a:lnSpc>
                    <a:spcPct val="130000"/>
                  </a:lnSpc>
                  <a:spcBef>
                    <a:spcPct val="0"/>
                  </a:spcBef>
                  <a:buSzPct val="80000"/>
                  <a:buFont typeface="Wingdings" panose="05000000000000000000" pitchFamily="2" charset="2"/>
                  <a:buNone/>
                </a:pPr>
                <a:endParaRPr lang="en-US" altLang="zh-CN" sz="1800" b="1" dirty="0">
                  <a:solidFill>
                    <a:srgbClr val="1485A4"/>
                  </a:solidFill>
                  <a:latin typeface="微软雅黑" panose="020B0503020204020204" charset="-122"/>
                  <a:ea typeface="微软雅黑" panose="020B0503020204020204" charset="-122"/>
                  <a:sym typeface="+mn-ea"/>
                </a:endParaRPr>
              </a:p>
            </p:txBody>
          </p:sp>
          <p:sp>
            <p:nvSpPr>
              <p:cNvPr id="146" name="文本框 145"/>
              <p:cNvSpPr txBox="1"/>
              <p:nvPr/>
            </p:nvSpPr>
            <p:spPr>
              <a:xfrm>
                <a:off x="10934" y="6683"/>
                <a:ext cx="983" cy="514"/>
              </a:xfrm>
              <a:prstGeom prst="rect">
                <a:avLst/>
              </a:prstGeom>
              <a:noFill/>
            </p:spPr>
            <p:txBody>
              <a:bodyPr wrap="square" rtlCol="0">
                <a:spAutoFit/>
              </a:bodyPr>
              <a:p>
                <a:r>
                  <a:rPr lang="en-US" altLang="zh-CN" sz="1300" b="1">
                    <a:latin typeface="微软雅黑" panose="020B0503020204020204" charset="-122"/>
                    <a:ea typeface="微软雅黑" panose="020B0503020204020204" charset="-122"/>
                  </a:rPr>
                  <a:t>slot</a:t>
                </a:r>
                <a:endParaRPr lang="en-US" altLang="zh-CN" sz="1300" b="1">
                  <a:latin typeface="微软雅黑" panose="020B0503020204020204" charset="-122"/>
                  <a:ea typeface="微软雅黑" panose="020B0503020204020204" charset="-122"/>
                </a:endParaRPr>
              </a:p>
            </p:txBody>
          </p:sp>
        </p:grpSp>
        <p:grpSp>
          <p:nvGrpSpPr>
            <p:cNvPr id="152" name="组合 151"/>
            <p:cNvGrpSpPr/>
            <p:nvPr/>
          </p:nvGrpSpPr>
          <p:grpSpPr>
            <a:xfrm>
              <a:off x="10934" y="7014"/>
              <a:ext cx="983" cy="548"/>
              <a:chOff x="10934" y="7214"/>
              <a:chExt cx="983" cy="548"/>
            </a:xfrm>
          </p:grpSpPr>
          <p:sp>
            <p:nvSpPr>
              <p:cNvPr id="147" name="矩形 146"/>
              <p:cNvSpPr/>
              <p:nvPr/>
            </p:nvSpPr>
            <p:spPr>
              <a:xfrm>
                <a:off x="10934" y="7214"/>
                <a:ext cx="916" cy="548"/>
              </a:xfrm>
              <a:prstGeom prst="rect">
                <a:avLst/>
              </a:prstGeom>
              <a:ln>
                <a:solidFill>
                  <a:schemeClr val="tx1"/>
                </a:solidFill>
              </a:ln>
            </p:spPr>
            <p:style>
              <a:lnRef idx="2">
                <a:schemeClr val="accent1"/>
              </a:lnRef>
              <a:fillRef idx="0">
                <a:srgbClr val="FFFFFF"/>
              </a:fillRef>
              <a:effectRef idx="0">
                <a:srgbClr val="FFFFFF"/>
              </a:effectRef>
              <a:fontRef idx="minor">
                <a:schemeClr val="tx1"/>
              </a:fontRef>
            </p:style>
            <p:txBody>
              <a:bodyPr wrap="none" lIns="162000" anchor="ctr"/>
              <a:p>
                <a:pPr marL="0" lvl="0" indent="0" algn="l" eaLnBrk="1" hangingPunct="1">
                  <a:lnSpc>
                    <a:spcPct val="130000"/>
                  </a:lnSpc>
                  <a:spcBef>
                    <a:spcPct val="0"/>
                  </a:spcBef>
                  <a:buSzPct val="80000"/>
                  <a:buFont typeface="Wingdings" panose="05000000000000000000" pitchFamily="2" charset="2"/>
                  <a:buNone/>
                </a:pPr>
                <a:endParaRPr lang="en-US" altLang="zh-CN" sz="1800" b="1" dirty="0">
                  <a:solidFill>
                    <a:srgbClr val="1485A4"/>
                  </a:solidFill>
                  <a:latin typeface="微软雅黑" panose="020B0503020204020204" charset="-122"/>
                  <a:ea typeface="微软雅黑" panose="020B0503020204020204" charset="-122"/>
                  <a:sym typeface="+mn-ea"/>
                </a:endParaRPr>
              </a:p>
            </p:txBody>
          </p:sp>
          <p:sp>
            <p:nvSpPr>
              <p:cNvPr id="148" name="文本框 147"/>
              <p:cNvSpPr txBox="1"/>
              <p:nvPr/>
            </p:nvSpPr>
            <p:spPr>
              <a:xfrm>
                <a:off x="10934" y="7214"/>
                <a:ext cx="983" cy="514"/>
              </a:xfrm>
              <a:prstGeom prst="rect">
                <a:avLst/>
              </a:prstGeom>
              <a:noFill/>
            </p:spPr>
            <p:txBody>
              <a:bodyPr wrap="square" rtlCol="0">
                <a:spAutoFit/>
              </a:bodyPr>
              <a:p>
                <a:r>
                  <a:rPr lang="en-US" altLang="zh-CN" sz="1300" b="1">
                    <a:latin typeface="微软雅黑" panose="020B0503020204020204" charset="-122"/>
                    <a:ea typeface="微软雅黑" panose="020B0503020204020204" charset="-122"/>
                  </a:rPr>
                  <a:t>key</a:t>
                </a:r>
                <a:endParaRPr lang="en-US" altLang="zh-CN" sz="1300" b="1">
                  <a:latin typeface="微软雅黑" panose="020B0503020204020204" charset="-122"/>
                  <a:ea typeface="微软雅黑" panose="020B0503020204020204" charset="-122"/>
                </a:endParaRPr>
              </a:p>
            </p:txBody>
          </p:sp>
        </p:grpSp>
        <p:grpSp>
          <p:nvGrpSpPr>
            <p:cNvPr id="153" name="组合 152"/>
            <p:cNvGrpSpPr/>
            <p:nvPr/>
          </p:nvGrpSpPr>
          <p:grpSpPr>
            <a:xfrm>
              <a:off x="10787" y="7562"/>
              <a:ext cx="1183" cy="548"/>
              <a:chOff x="10787" y="7745"/>
              <a:chExt cx="1183" cy="548"/>
            </a:xfrm>
          </p:grpSpPr>
          <p:sp>
            <p:nvSpPr>
              <p:cNvPr id="149" name="矩形 148"/>
              <p:cNvSpPr/>
              <p:nvPr/>
            </p:nvSpPr>
            <p:spPr>
              <a:xfrm>
                <a:off x="10934" y="7745"/>
                <a:ext cx="916" cy="548"/>
              </a:xfrm>
              <a:prstGeom prst="rect">
                <a:avLst/>
              </a:prstGeom>
              <a:ln>
                <a:solidFill>
                  <a:schemeClr val="tx1"/>
                </a:solidFill>
              </a:ln>
            </p:spPr>
            <p:style>
              <a:lnRef idx="2">
                <a:schemeClr val="accent1"/>
              </a:lnRef>
              <a:fillRef idx="0">
                <a:srgbClr val="FFFFFF"/>
              </a:fillRef>
              <a:effectRef idx="0">
                <a:srgbClr val="FFFFFF"/>
              </a:effectRef>
              <a:fontRef idx="minor">
                <a:schemeClr val="tx1"/>
              </a:fontRef>
            </p:style>
            <p:txBody>
              <a:bodyPr wrap="none" lIns="162000" anchor="ctr"/>
              <a:p>
                <a:pPr marL="0" lvl="0" indent="0" algn="l" eaLnBrk="1" hangingPunct="1">
                  <a:lnSpc>
                    <a:spcPct val="130000"/>
                  </a:lnSpc>
                  <a:spcBef>
                    <a:spcPct val="0"/>
                  </a:spcBef>
                  <a:buSzPct val="80000"/>
                  <a:buFont typeface="Wingdings" panose="05000000000000000000" pitchFamily="2" charset="2"/>
                  <a:buNone/>
                </a:pPr>
                <a:endParaRPr lang="en-US" altLang="zh-CN" sz="1800" b="1" dirty="0">
                  <a:solidFill>
                    <a:srgbClr val="1485A4"/>
                  </a:solidFill>
                  <a:latin typeface="微软雅黑" panose="020B0503020204020204" charset="-122"/>
                  <a:ea typeface="微软雅黑" panose="020B0503020204020204" charset="-122"/>
                  <a:sym typeface="+mn-ea"/>
                </a:endParaRPr>
              </a:p>
            </p:txBody>
          </p:sp>
          <p:sp>
            <p:nvSpPr>
              <p:cNvPr id="150" name="文本框 149"/>
              <p:cNvSpPr txBox="1"/>
              <p:nvPr/>
            </p:nvSpPr>
            <p:spPr>
              <a:xfrm>
                <a:off x="10787" y="7746"/>
                <a:ext cx="1183" cy="514"/>
              </a:xfrm>
              <a:prstGeom prst="rect">
                <a:avLst/>
              </a:prstGeom>
              <a:noFill/>
            </p:spPr>
            <p:txBody>
              <a:bodyPr wrap="square" rtlCol="0">
                <a:spAutoFit/>
              </a:bodyPr>
              <a:p>
                <a:r>
                  <a:rPr lang="en-US" altLang="zh-CN" sz="1300" b="1">
                    <a:latin typeface="微软雅黑" panose="020B0503020204020204" charset="-122"/>
                    <a:ea typeface="微软雅黑" panose="020B0503020204020204" charset="-122"/>
                  </a:rPr>
                  <a:t>value</a:t>
                </a:r>
                <a:endParaRPr lang="en-US" altLang="zh-CN" sz="1300" b="1">
                  <a:latin typeface="微软雅黑" panose="020B0503020204020204" charset="-122"/>
                  <a:ea typeface="微软雅黑" panose="020B0503020204020204" charset="-122"/>
                </a:endParaRPr>
              </a:p>
            </p:txBody>
          </p:sp>
        </p:grpSp>
        <p:grpSp>
          <p:nvGrpSpPr>
            <p:cNvPr id="183" name="组合 182"/>
            <p:cNvGrpSpPr/>
            <p:nvPr/>
          </p:nvGrpSpPr>
          <p:grpSpPr>
            <a:xfrm>
              <a:off x="11850" y="6396"/>
              <a:ext cx="4277" cy="705"/>
              <a:chOff x="11850" y="6396"/>
              <a:chExt cx="4277" cy="705"/>
            </a:xfrm>
          </p:grpSpPr>
          <p:grpSp>
            <p:nvGrpSpPr>
              <p:cNvPr id="162" name="组合 161"/>
              <p:cNvGrpSpPr/>
              <p:nvPr/>
            </p:nvGrpSpPr>
            <p:grpSpPr>
              <a:xfrm>
                <a:off x="11850" y="6466"/>
                <a:ext cx="4277" cy="548"/>
                <a:chOff x="11850" y="6466"/>
                <a:chExt cx="4277" cy="548"/>
              </a:xfrm>
            </p:grpSpPr>
            <p:sp>
              <p:nvSpPr>
                <p:cNvPr id="155" name="矩形 154"/>
                <p:cNvSpPr/>
                <p:nvPr/>
              </p:nvSpPr>
              <p:spPr>
                <a:xfrm>
                  <a:off x="11850" y="6466"/>
                  <a:ext cx="713" cy="548"/>
                </a:xfrm>
                <a:prstGeom prst="rect">
                  <a:avLst/>
                </a:prstGeom>
                <a:ln>
                  <a:solidFill>
                    <a:schemeClr val="tx1"/>
                  </a:solidFill>
                </a:ln>
              </p:spPr>
              <p:style>
                <a:lnRef idx="2">
                  <a:schemeClr val="accent1"/>
                </a:lnRef>
                <a:fillRef idx="0">
                  <a:srgbClr val="FFFFFF"/>
                </a:fillRef>
                <a:effectRef idx="0">
                  <a:srgbClr val="FFFFFF"/>
                </a:effectRef>
                <a:fontRef idx="minor">
                  <a:schemeClr val="tx1"/>
                </a:fontRef>
              </p:style>
              <p:txBody>
                <a:bodyPr wrap="none" lIns="162000" anchor="ctr"/>
                <a:p>
                  <a:pPr marL="0" lvl="0" indent="0" algn="l" eaLnBrk="1" hangingPunct="1">
                    <a:lnSpc>
                      <a:spcPct val="130000"/>
                    </a:lnSpc>
                    <a:spcBef>
                      <a:spcPct val="0"/>
                    </a:spcBef>
                    <a:buSzPct val="80000"/>
                    <a:buFont typeface="Wingdings" panose="05000000000000000000" pitchFamily="2" charset="2"/>
                    <a:buNone/>
                  </a:pPr>
                  <a:endParaRPr lang="en-US" altLang="zh-CN" sz="1500" b="1" dirty="0">
                    <a:solidFill>
                      <a:srgbClr val="1485A4"/>
                    </a:solidFill>
                    <a:latin typeface="微软雅黑" panose="020B0503020204020204" charset="-122"/>
                    <a:ea typeface="微软雅黑" panose="020B0503020204020204" charset="-122"/>
                    <a:sym typeface="+mn-ea"/>
                  </a:endParaRPr>
                </a:p>
              </p:txBody>
            </p:sp>
            <p:sp>
              <p:nvSpPr>
                <p:cNvPr id="157" name="矩形 156"/>
                <p:cNvSpPr/>
                <p:nvPr/>
              </p:nvSpPr>
              <p:spPr>
                <a:xfrm>
                  <a:off x="12563" y="6466"/>
                  <a:ext cx="713" cy="548"/>
                </a:xfrm>
                <a:prstGeom prst="rect">
                  <a:avLst/>
                </a:prstGeom>
                <a:solidFill>
                  <a:schemeClr val="accent1">
                    <a:lumMod val="20000"/>
                    <a:lumOff val="80000"/>
                  </a:schemeClr>
                </a:solidFill>
                <a:ln>
                  <a:solidFill>
                    <a:schemeClr val="tx1"/>
                  </a:solidFill>
                </a:ln>
              </p:spPr>
              <p:style>
                <a:lnRef idx="2">
                  <a:schemeClr val="accent1"/>
                </a:lnRef>
                <a:fillRef idx="0">
                  <a:srgbClr val="FFFFFF"/>
                </a:fillRef>
                <a:effectRef idx="0">
                  <a:srgbClr val="FFFFFF"/>
                </a:effectRef>
                <a:fontRef idx="minor">
                  <a:schemeClr val="tx1"/>
                </a:fontRef>
              </p:style>
              <p:txBody>
                <a:bodyPr wrap="none" lIns="162000" anchor="ctr"/>
                <a:p>
                  <a:pPr marL="0" lvl="0" indent="0" algn="l" eaLnBrk="1" hangingPunct="1">
                    <a:lnSpc>
                      <a:spcPct val="130000"/>
                    </a:lnSpc>
                    <a:spcBef>
                      <a:spcPct val="0"/>
                    </a:spcBef>
                    <a:buSzPct val="80000"/>
                    <a:buFont typeface="Wingdings" panose="05000000000000000000" pitchFamily="2" charset="2"/>
                    <a:buNone/>
                  </a:pPr>
                  <a:endParaRPr lang="en-US" altLang="zh-CN" sz="1800" b="1" dirty="0">
                    <a:solidFill>
                      <a:srgbClr val="1485A4"/>
                    </a:solidFill>
                    <a:latin typeface="微软雅黑" panose="020B0503020204020204" charset="-122"/>
                    <a:ea typeface="微软雅黑" panose="020B0503020204020204" charset="-122"/>
                    <a:sym typeface="+mn-ea"/>
                  </a:endParaRPr>
                </a:p>
              </p:txBody>
            </p:sp>
            <p:sp>
              <p:nvSpPr>
                <p:cNvPr id="158" name="矩形 157"/>
                <p:cNvSpPr/>
                <p:nvPr/>
              </p:nvSpPr>
              <p:spPr>
                <a:xfrm>
                  <a:off x="13276" y="6466"/>
                  <a:ext cx="713" cy="548"/>
                </a:xfrm>
                <a:prstGeom prst="rect">
                  <a:avLst/>
                </a:prstGeom>
                <a:ln>
                  <a:solidFill>
                    <a:schemeClr val="tx1"/>
                  </a:solidFill>
                </a:ln>
              </p:spPr>
              <p:style>
                <a:lnRef idx="2">
                  <a:schemeClr val="accent1"/>
                </a:lnRef>
                <a:fillRef idx="0">
                  <a:srgbClr val="FFFFFF"/>
                </a:fillRef>
                <a:effectRef idx="0">
                  <a:srgbClr val="FFFFFF"/>
                </a:effectRef>
                <a:fontRef idx="minor">
                  <a:schemeClr val="tx1"/>
                </a:fontRef>
              </p:style>
              <p:txBody>
                <a:bodyPr wrap="none" lIns="162000" anchor="ctr"/>
                <a:p>
                  <a:pPr marL="0" lvl="0" indent="0" algn="l" eaLnBrk="1" hangingPunct="1">
                    <a:lnSpc>
                      <a:spcPct val="130000"/>
                    </a:lnSpc>
                    <a:spcBef>
                      <a:spcPct val="0"/>
                    </a:spcBef>
                    <a:buSzPct val="80000"/>
                    <a:buFont typeface="Wingdings" panose="05000000000000000000" pitchFamily="2" charset="2"/>
                    <a:buNone/>
                  </a:pPr>
                  <a:endParaRPr lang="en-US" altLang="zh-CN" sz="1800" b="1" dirty="0">
                    <a:solidFill>
                      <a:srgbClr val="1485A4"/>
                    </a:solidFill>
                    <a:latin typeface="微软雅黑" panose="020B0503020204020204" charset="-122"/>
                    <a:ea typeface="微软雅黑" panose="020B0503020204020204" charset="-122"/>
                    <a:sym typeface="+mn-ea"/>
                  </a:endParaRPr>
                </a:p>
              </p:txBody>
            </p:sp>
            <p:sp>
              <p:nvSpPr>
                <p:cNvPr id="159" name="矩形 158"/>
                <p:cNvSpPr/>
                <p:nvPr/>
              </p:nvSpPr>
              <p:spPr>
                <a:xfrm>
                  <a:off x="13989" y="6466"/>
                  <a:ext cx="713" cy="548"/>
                </a:xfrm>
                <a:prstGeom prst="rect">
                  <a:avLst/>
                </a:prstGeom>
                <a:ln>
                  <a:solidFill>
                    <a:schemeClr val="tx1"/>
                  </a:solidFill>
                </a:ln>
              </p:spPr>
              <p:style>
                <a:lnRef idx="2">
                  <a:schemeClr val="accent1"/>
                </a:lnRef>
                <a:fillRef idx="0">
                  <a:srgbClr val="FFFFFF"/>
                </a:fillRef>
                <a:effectRef idx="0">
                  <a:srgbClr val="FFFFFF"/>
                </a:effectRef>
                <a:fontRef idx="minor">
                  <a:schemeClr val="tx1"/>
                </a:fontRef>
              </p:style>
              <p:txBody>
                <a:bodyPr wrap="none" lIns="162000" anchor="ctr"/>
                <a:p>
                  <a:pPr marL="0" lvl="0" indent="0" algn="l" eaLnBrk="1" hangingPunct="1">
                    <a:lnSpc>
                      <a:spcPct val="130000"/>
                    </a:lnSpc>
                    <a:spcBef>
                      <a:spcPct val="0"/>
                    </a:spcBef>
                    <a:buSzPct val="80000"/>
                    <a:buFont typeface="Wingdings" panose="05000000000000000000" pitchFamily="2" charset="2"/>
                    <a:buNone/>
                  </a:pPr>
                  <a:endParaRPr lang="en-US" altLang="zh-CN" sz="1800" b="1" dirty="0">
                    <a:solidFill>
                      <a:srgbClr val="1485A4"/>
                    </a:solidFill>
                    <a:latin typeface="微软雅黑" panose="020B0503020204020204" charset="-122"/>
                    <a:ea typeface="微软雅黑" panose="020B0503020204020204" charset="-122"/>
                    <a:sym typeface="+mn-ea"/>
                  </a:endParaRPr>
                </a:p>
              </p:txBody>
            </p:sp>
            <p:sp>
              <p:nvSpPr>
                <p:cNvPr id="160" name="矩形 159"/>
                <p:cNvSpPr/>
                <p:nvPr/>
              </p:nvSpPr>
              <p:spPr>
                <a:xfrm>
                  <a:off x="14702" y="6466"/>
                  <a:ext cx="713" cy="548"/>
                </a:xfrm>
                <a:prstGeom prst="rect">
                  <a:avLst/>
                </a:prstGeom>
                <a:solidFill>
                  <a:schemeClr val="accent1">
                    <a:lumMod val="20000"/>
                    <a:lumOff val="80000"/>
                  </a:schemeClr>
                </a:solidFill>
                <a:ln>
                  <a:solidFill>
                    <a:schemeClr val="tx1"/>
                  </a:solidFill>
                </a:ln>
              </p:spPr>
              <p:style>
                <a:lnRef idx="2">
                  <a:schemeClr val="accent1"/>
                </a:lnRef>
                <a:fillRef idx="0">
                  <a:srgbClr val="FFFFFF"/>
                </a:fillRef>
                <a:effectRef idx="0">
                  <a:srgbClr val="FFFFFF"/>
                </a:effectRef>
                <a:fontRef idx="minor">
                  <a:schemeClr val="tx1"/>
                </a:fontRef>
              </p:style>
              <p:txBody>
                <a:bodyPr wrap="none" lIns="162000" anchor="ctr"/>
                <a:p>
                  <a:pPr marL="0" lvl="0" indent="0" algn="l" eaLnBrk="1" hangingPunct="1">
                    <a:lnSpc>
                      <a:spcPct val="130000"/>
                    </a:lnSpc>
                    <a:spcBef>
                      <a:spcPct val="0"/>
                    </a:spcBef>
                    <a:buSzPct val="80000"/>
                    <a:buFont typeface="Wingdings" panose="05000000000000000000" pitchFamily="2" charset="2"/>
                    <a:buNone/>
                  </a:pPr>
                  <a:endParaRPr lang="en-US" altLang="zh-CN" sz="1800" b="1" dirty="0">
                    <a:solidFill>
                      <a:srgbClr val="1485A4"/>
                    </a:solidFill>
                    <a:latin typeface="微软雅黑" panose="020B0503020204020204" charset="-122"/>
                    <a:ea typeface="微软雅黑" panose="020B0503020204020204" charset="-122"/>
                    <a:sym typeface="+mn-ea"/>
                  </a:endParaRPr>
                </a:p>
              </p:txBody>
            </p:sp>
            <p:sp>
              <p:nvSpPr>
                <p:cNvPr id="161" name="矩形 160"/>
                <p:cNvSpPr/>
                <p:nvPr/>
              </p:nvSpPr>
              <p:spPr>
                <a:xfrm>
                  <a:off x="15415" y="6466"/>
                  <a:ext cx="713" cy="548"/>
                </a:xfrm>
                <a:prstGeom prst="rect">
                  <a:avLst/>
                </a:prstGeom>
                <a:ln>
                  <a:solidFill>
                    <a:schemeClr val="tx1"/>
                  </a:solidFill>
                </a:ln>
              </p:spPr>
              <p:style>
                <a:lnRef idx="2">
                  <a:schemeClr val="accent1"/>
                </a:lnRef>
                <a:fillRef idx="0">
                  <a:srgbClr val="FFFFFF"/>
                </a:fillRef>
                <a:effectRef idx="0">
                  <a:srgbClr val="FFFFFF"/>
                </a:effectRef>
                <a:fontRef idx="minor">
                  <a:schemeClr val="tx1"/>
                </a:fontRef>
              </p:style>
              <p:txBody>
                <a:bodyPr wrap="none" lIns="162000" anchor="ctr"/>
                <a:p>
                  <a:pPr marL="0" lvl="0" indent="0" algn="l" eaLnBrk="1" hangingPunct="1">
                    <a:lnSpc>
                      <a:spcPct val="130000"/>
                    </a:lnSpc>
                    <a:spcBef>
                      <a:spcPct val="0"/>
                    </a:spcBef>
                    <a:buSzPct val="80000"/>
                    <a:buFont typeface="Wingdings" panose="05000000000000000000" pitchFamily="2" charset="2"/>
                    <a:buNone/>
                  </a:pPr>
                  <a:endParaRPr lang="en-US" altLang="zh-CN" sz="1800" b="1" dirty="0">
                    <a:solidFill>
                      <a:srgbClr val="1485A4"/>
                    </a:solidFill>
                    <a:latin typeface="微软雅黑" panose="020B0503020204020204" charset="-122"/>
                    <a:ea typeface="微软雅黑" panose="020B0503020204020204" charset="-122"/>
                    <a:sym typeface="+mn-ea"/>
                  </a:endParaRPr>
                </a:p>
              </p:txBody>
            </p:sp>
          </p:grpSp>
          <p:sp>
            <p:nvSpPr>
              <p:cNvPr id="177" name="文本框 176"/>
              <p:cNvSpPr txBox="1"/>
              <p:nvPr/>
            </p:nvSpPr>
            <p:spPr>
              <a:xfrm>
                <a:off x="11970" y="6466"/>
                <a:ext cx="442" cy="568"/>
              </a:xfrm>
              <a:prstGeom prst="rect">
                <a:avLst/>
              </a:prstGeom>
              <a:noFill/>
            </p:spPr>
            <p:txBody>
              <a:bodyPr wrap="square" rtlCol="0">
                <a:spAutoFit/>
              </a:bodyPr>
              <a:p>
                <a:r>
                  <a:rPr lang="en-US" altLang="zh-CN" sz="1500" b="1">
                    <a:latin typeface="微软雅黑" panose="020B0503020204020204" charset="-122"/>
                    <a:ea typeface="微软雅黑" panose="020B0503020204020204" charset="-122"/>
                  </a:rPr>
                  <a:t>0</a:t>
                </a:r>
                <a:endParaRPr lang="en-US" altLang="zh-CN" sz="1500" b="1">
                  <a:latin typeface="微软雅黑" panose="020B0503020204020204" charset="-122"/>
                  <a:ea typeface="微软雅黑" panose="020B0503020204020204" charset="-122"/>
                </a:endParaRPr>
              </a:p>
            </p:txBody>
          </p:sp>
          <p:sp>
            <p:nvSpPr>
              <p:cNvPr id="178" name="文本框 177"/>
              <p:cNvSpPr txBox="1"/>
              <p:nvPr/>
            </p:nvSpPr>
            <p:spPr>
              <a:xfrm>
                <a:off x="12698" y="6468"/>
                <a:ext cx="442" cy="586"/>
              </a:xfrm>
              <a:prstGeom prst="rect">
                <a:avLst/>
              </a:prstGeom>
              <a:noFill/>
            </p:spPr>
            <p:txBody>
              <a:bodyPr wrap="square" rtlCol="0">
                <a:spAutoFit/>
              </a:bodyPr>
              <a:p>
                <a:r>
                  <a:rPr lang="en-US" altLang="zh-CN" sz="1500" b="1">
                    <a:latin typeface="微软雅黑" panose="020B0503020204020204" charset="-122"/>
                    <a:ea typeface="微软雅黑" panose="020B0503020204020204" charset="-122"/>
                  </a:rPr>
                  <a:t>1</a:t>
                </a:r>
                <a:endParaRPr lang="en-US" altLang="zh-CN" sz="1500" b="1">
                  <a:latin typeface="微软雅黑" panose="020B0503020204020204" charset="-122"/>
                  <a:ea typeface="微软雅黑" panose="020B0503020204020204" charset="-122"/>
                </a:endParaRPr>
              </a:p>
            </p:txBody>
          </p:sp>
          <p:sp>
            <p:nvSpPr>
              <p:cNvPr id="179" name="文本框 178"/>
              <p:cNvSpPr txBox="1"/>
              <p:nvPr/>
            </p:nvSpPr>
            <p:spPr>
              <a:xfrm>
                <a:off x="13411" y="6471"/>
                <a:ext cx="442" cy="604"/>
              </a:xfrm>
              <a:prstGeom prst="rect">
                <a:avLst/>
              </a:prstGeom>
              <a:noFill/>
            </p:spPr>
            <p:txBody>
              <a:bodyPr wrap="square" rtlCol="0">
                <a:spAutoFit/>
              </a:bodyPr>
              <a:p>
                <a:r>
                  <a:rPr lang="en-US" altLang="zh-CN" sz="1500" b="1">
                    <a:latin typeface="微软雅黑" panose="020B0503020204020204" charset="-122"/>
                    <a:ea typeface="微软雅黑" panose="020B0503020204020204" charset="-122"/>
                  </a:rPr>
                  <a:t>2</a:t>
                </a:r>
                <a:endParaRPr lang="en-US" altLang="zh-CN" sz="1500" b="1">
                  <a:latin typeface="微软雅黑" panose="020B0503020204020204" charset="-122"/>
                  <a:ea typeface="微软雅黑" panose="020B0503020204020204" charset="-122"/>
                </a:endParaRPr>
              </a:p>
            </p:txBody>
          </p:sp>
          <p:sp>
            <p:nvSpPr>
              <p:cNvPr id="180" name="文本框 179"/>
              <p:cNvSpPr txBox="1"/>
              <p:nvPr/>
            </p:nvSpPr>
            <p:spPr>
              <a:xfrm>
                <a:off x="14126" y="6473"/>
                <a:ext cx="442" cy="624"/>
              </a:xfrm>
              <a:prstGeom prst="rect">
                <a:avLst/>
              </a:prstGeom>
              <a:noFill/>
            </p:spPr>
            <p:txBody>
              <a:bodyPr wrap="square" rtlCol="0">
                <a:spAutoFit/>
              </a:bodyPr>
              <a:p>
                <a:r>
                  <a:rPr lang="en-US" altLang="zh-CN" sz="1500" b="1">
                    <a:latin typeface="微软雅黑" panose="020B0503020204020204" charset="-122"/>
                    <a:ea typeface="微软雅黑" panose="020B0503020204020204" charset="-122"/>
                  </a:rPr>
                  <a:t>3</a:t>
                </a:r>
                <a:endParaRPr lang="en-US" altLang="zh-CN" sz="1500" b="1">
                  <a:latin typeface="微软雅黑" panose="020B0503020204020204" charset="-122"/>
                  <a:ea typeface="微软雅黑" panose="020B0503020204020204" charset="-122"/>
                </a:endParaRPr>
              </a:p>
            </p:txBody>
          </p:sp>
          <p:sp>
            <p:nvSpPr>
              <p:cNvPr id="181" name="文本框 180"/>
              <p:cNvSpPr txBox="1"/>
              <p:nvPr/>
            </p:nvSpPr>
            <p:spPr>
              <a:xfrm>
                <a:off x="14838" y="6457"/>
                <a:ext cx="442" cy="644"/>
              </a:xfrm>
              <a:prstGeom prst="rect">
                <a:avLst/>
              </a:prstGeom>
              <a:noFill/>
            </p:spPr>
            <p:txBody>
              <a:bodyPr wrap="square" rtlCol="0">
                <a:spAutoFit/>
              </a:bodyPr>
              <a:p>
                <a:r>
                  <a:rPr lang="en-US" altLang="zh-CN" sz="1500" b="1">
                    <a:latin typeface="微软雅黑" panose="020B0503020204020204" charset="-122"/>
                    <a:ea typeface="微软雅黑" panose="020B0503020204020204" charset="-122"/>
                  </a:rPr>
                  <a:t>4</a:t>
                </a:r>
                <a:endParaRPr lang="en-US" altLang="zh-CN" sz="1500" b="1">
                  <a:latin typeface="微软雅黑" panose="020B0503020204020204" charset="-122"/>
                  <a:ea typeface="微软雅黑" panose="020B0503020204020204" charset="-122"/>
                </a:endParaRPr>
              </a:p>
            </p:txBody>
          </p:sp>
          <p:sp>
            <p:nvSpPr>
              <p:cNvPr id="182" name="文本框 181"/>
              <p:cNvSpPr txBox="1"/>
              <p:nvPr/>
            </p:nvSpPr>
            <p:spPr>
              <a:xfrm>
                <a:off x="15415" y="6396"/>
                <a:ext cx="578" cy="360"/>
              </a:xfrm>
              <a:prstGeom prst="rect">
                <a:avLst/>
              </a:prstGeom>
              <a:noFill/>
            </p:spPr>
            <p:txBody>
              <a:bodyPr wrap="square" rtlCol="0">
                <a:spAutoFit/>
              </a:bodyPr>
              <a:p>
                <a:r>
                  <a:rPr lang="en-US" altLang="zh-CN" sz="1500" b="1">
                    <a:latin typeface="微软雅黑" panose="020B0503020204020204" charset="-122"/>
                    <a:ea typeface="微软雅黑" panose="020B0503020204020204" charset="-122"/>
                  </a:rPr>
                  <a:t>...</a:t>
                </a:r>
                <a:endParaRPr lang="en-US" altLang="zh-CN" sz="1500" b="1">
                  <a:latin typeface="微软雅黑" panose="020B0503020204020204" charset="-122"/>
                  <a:ea typeface="微软雅黑" panose="020B0503020204020204" charset="-122"/>
                </a:endParaRPr>
              </a:p>
            </p:txBody>
          </p:sp>
        </p:grpSp>
        <p:grpSp>
          <p:nvGrpSpPr>
            <p:cNvPr id="184" name="组合 183"/>
            <p:cNvGrpSpPr/>
            <p:nvPr/>
          </p:nvGrpSpPr>
          <p:grpSpPr>
            <a:xfrm>
              <a:off x="11850" y="6944"/>
              <a:ext cx="4277" cy="705"/>
              <a:chOff x="11850" y="6396"/>
              <a:chExt cx="4277" cy="705"/>
            </a:xfrm>
          </p:grpSpPr>
          <p:grpSp>
            <p:nvGrpSpPr>
              <p:cNvPr id="185" name="组合 184"/>
              <p:cNvGrpSpPr/>
              <p:nvPr/>
            </p:nvGrpSpPr>
            <p:grpSpPr>
              <a:xfrm>
                <a:off x="11850" y="6466"/>
                <a:ext cx="4277" cy="548"/>
                <a:chOff x="11850" y="6466"/>
                <a:chExt cx="4277" cy="548"/>
              </a:xfrm>
            </p:grpSpPr>
            <p:sp>
              <p:nvSpPr>
                <p:cNvPr id="186" name="矩形 185"/>
                <p:cNvSpPr/>
                <p:nvPr/>
              </p:nvSpPr>
              <p:spPr>
                <a:xfrm>
                  <a:off x="11850" y="6466"/>
                  <a:ext cx="713" cy="548"/>
                </a:xfrm>
                <a:prstGeom prst="rect">
                  <a:avLst/>
                </a:prstGeom>
                <a:ln>
                  <a:solidFill>
                    <a:schemeClr val="tx1"/>
                  </a:solidFill>
                </a:ln>
              </p:spPr>
              <p:style>
                <a:lnRef idx="2">
                  <a:schemeClr val="accent1"/>
                </a:lnRef>
                <a:fillRef idx="0">
                  <a:srgbClr val="FFFFFF"/>
                </a:fillRef>
                <a:effectRef idx="0">
                  <a:srgbClr val="FFFFFF"/>
                </a:effectRef>
                <a:fontRef idx="minor">
                  <a:schemeClr val="tx1"/>
                </a:fontRef>
              </p:style>
              <p:txBody>
                <a:bodyPr wrap="none" lIns="162000" anchor="ctr"/>
                <a:p>
                  <a:pPr marL="0" lvl="0" indent="0" algn="l" eaLnBrk="1" hangingPunct="1">
                    <a:lnSpc>
                      <a:spcPct val="130000"/>
                    </a:lnSpc>
                    <a:spcBef>
                      <a:spcPct val="0"/>
                    </a:spcBef>
                    <a:buSzPct val="80000"/>
                    <a:buFont typeface="Wingdings" panose="05000000000000000000" pitchFamily="2" charset="2"/>
                    <a:buNone/>
                  </a:pPr>
                  <a:endParaRPr lang="en-US" altLang="zh-CN" sz="1500" b="1" dirty="0">
                    <a:solidFill>
                      <a:srgbClr val="1485A4"/>
                    </a:solidFill>
                    <a:latin typeface="微软雅黑" panose="020B0503020204020204" charset="-122"/>
                    <a:ea typeface="微软雅黑" panose="020B0503020204020204" charset="-122"/>
                    <a:sym typeface="+mn-ea"/>
                  </a:endParaRPr>
                </a:p>
              </p:txBody>
            </p:sp>
            <p:sp>
              <p:nvSpPr>
                <p:cNvPr id="187" name="矩形 186"/>
                <p:cNvSpPr/>
                <p:nvPr/>
              </p:nvSpPr>
              <p:spPr>
                <a:xfrm>
                  <a:off x="12563" y="6466"/>
                  <a:ext cx="713" cy="548"/>
                </a:xfrm>
                <a:prstGeom prst="rect">
                  <a:avLst/>
                </a:prstGeom>
                <a:solidFill>
                  <a:schemeClr val="accent1">
                    <a:lumMod val="20000"/>
                    <a:lumOff val="80000"/>
                  </a:schemeClr>
                </a:solidFill>
                <a:ln>
                  <a:solidFill>
                    <a:schemeClr val="tx1"/>
                  </a:solidFill>
                </a:ln>
              </p:spPr>
              <p:style>
                <a:lnRef idx="2">
                  <a:schemeClr val="accent1"/>
                </a:lnRef>
                <a:fillRef idx="0">
                  <a:srgbClr val="FFFFFF"/>
                </a:fillRef>
                <a:effectRef idx="0">
                  <a:srgbClr val="FFFFFF"/>
                </a:effectRef>
                <a:fontRef idx="minor">
                  <a:schemeClr val="tx1"/>
                </a:fontRef>
              </p:style>
              <p:txBody>
                <a:bodyPr wrap="none" lIns="162000" anchor="ctr"/>
                <a:p>
                  <a:pPr marL="0" lvl="0" indent="0" algn="l" eaLnBrk="1" hangingPunct="1">
                    <a:lnSpc>
                      <a:spcPct val="130000"/>
                    </a:lnSpc>
                    <a:spcBef>
                      <a:spcPct val="0"/>
                    </a:spcBef>
                    <a:buSzPct val="80000"/>
                    <a:buFont typeface="Wingdings" panose="05000000000000000000" pitchFamily="2" charset="2"/>
                    <a:buNone/>
                  </a:pPr>
                  <a:endParaRPr lang="en-US" altLang="zh-CN" sz="1800" b="1" dirty="0">
                    <a:solidFill>
                      <a:srgbClr val="1485A4"/>
                    </a:solidFill>
                    <a:latin typeface="微软雅黑" panose="020B0503020204020204" charset="-122"/>
                    <a:ea typeface="微软雅黑" panose="020B0503020204020204" charset="-122"/>
                    <a:sym typeface="+mn-ea"/>
                  </a:endParaRPr>
                </a:p>
              </p:txBody>
            </p:sp>
            <p:sp>
              <p:nvSpPr>
                <p:cNvPr id="188" name="矩形 187"/>
                <p:cNvSpPr/>
                <p:nvPr/>
              </p:nvSpPr>
              <p:spPr>
                <a:xfrm>
                  <a:off x="13276" y="6466"/>
                  <a:ext cx="713" cy="548"/>
                </a:xfrm>
                <a:prstGeom prst="rect">
                  <a:avLst/>
                </a:prstGeom>
                <a:ln>
                  <a:solidFill>
                    <a:schemeClr val="tx1"/>
                  </a:solidFill>
                </a:ln>
              </p:spPr>
              <p:style>
                <a:lnRef idx="2">
                  <a:schemeClr val="accent1"/>
                </a:lnRef>
                <a:fillRef idx="0">
                  <a:srgbClr val="FFFFFF"/>
                </a:fillRef>
                <a:effectRef idx="0">
                  <a:srgbClr val="FFFFFF"/>
                </a:effectRef>
                <a:fontRef idx="minor">
                  <a:schemeClr val="tx1"/>
                </a:fontRef>
              </p:style>
              <p:txBody>
                <a:bodyPr wrap="none" lIns="162000" anchor="ctr"/>
                <a:p>
                  <a:pPr marL="0" lvl="0" indent="0" algn="l" eaLnBrk="1" hangingPunct="1">
                    <a:lnSpc>
                      <a:spcPct val="130000"/>
                    </a:lnSpc>
                    <a:spcBef>
                      <a:spcPct val="0"/>
                    </a:spcBef>
                    <a:buSzPct val="80000"/>
                    <a:buFont typeface="Wingdings" panose="05000000000000000000" pitchFamily="2" charset="2"/>
                    <a:buNone/>
                  </a:pPr>
                  <a:endParaRPr lang="en-US" altLang="zh-CN" sz="1800" b="1" dirty="0">
                    <a:solidFill>
                      <a:srgbClr val="1485A4"/>
                    </a:solidFill>
                    <a:latin typeface="微软雅黑" panose="020B0503020204020204" charset="-122"/>
                    <a:ea typeface="微软雅黑" panose="020B0503020204020204" charset="-122"/>
                    <a:sym typeface="+mn-ea"/>
                  </a:endParaRPr>
                </a:p>
              </p:txBody>
            </p:sp>
            <p:sp>
              <p:nvSpPr>
                <p:cNvPr id="189" name="矩形 188"/>
                <p:cNvSpPr/>
                <p:nvPr/>
              </p:nvSpPr>
              <p:spPr>
                <a:xfrm>
                  <a:off x="13989" y="6466"/>
                  <a:ext cx="713" cy="548"/>
                </a:xfrm>
                <a:prstGeom prst="rect">
                  <a:avLst/>
                </a:prstGeom>
                <a:ln>
                  <a:solidFill>
                    <a:schemeClr val="tx1"/>
                  </a:solidFill>
                </a:ln>
              </p:spPr>
              <p:style>
                <a:lnRef idx="2">
                  <a:schemeClr val="accent1"/>
                </a:lnRef>
                <a:fillRef idx="0">
                  <a:srgbClr val="FFFFFF"/>
                </a:fillRef>
                <a:effectRef idx="0">
                  <a:srgbClr val="FFFFFF"/>
                </a:effectRef>
                <a:fontRef idx="minor">
                  <a:schemeClr val="tx1"/>
                </a:fontRef>
              </p:style>
              <p:txBody>
                <a:bodyPr wrap="none" lIns="162000" anchor="ctr"/>
                <a:p>
                  <a:pPr marL="0" lvl="0" indent="0" algn="l" eaLnBrk="1" hangingPunct="1">
                    <a:lnSpc>
                      <a:spcPct val="130000"/>
                    </a:lnSpc>
                    <a:spcBef>
                      <a:spcPct val="0"/>
                    </a:spcBef>
                    <a:buSzPct val="80000"/>
                    <a:buFont typeface="Wingdings" panose="05000000000000000000" pitchFamily="2" charset="2"/>
                    <a:buNone/>
                  </a:pPr>
                  <a:endParaRPr lang="en-US" altLang="zh-CN" sz="1800" b="1" dirty="0">
                    <a:solidFill>
                      <a:srgbClr val="1485A4"/>
                    </a:solidFill>
                    <a:latin typeface="微软雅黑" panose="020B0503020204020204" charset="-122"/>
                    <a:ea typeface="微软雅黑" panose="020B0503020204020204" charset="-122"/>
                    <a:sym typeface="+mn-ea"/>
                  </a:endParaRPr>
                </a:p>
              </p:txBody>
            </p:sp>
            <p:sp>
              <p:nvSpPr>
                <p:cNvPr id="190" name="矩形 189"/>
                <p:cNvSpPr/>
                <p:nvPr/>
              </p:nvSpPr>
              <p:spPr>
                <a:xfrm>
                  <a:off x="14702" y="6466"/>
                  <a:ext cx="713" cy="548"/>
                </a:xfrm>
                <a:prstGeom prst="rect">
                  <a:avLst/>
                </a:prstGeom>
                <a:solidFill>
                  <a:schemeClr val="accent1">
                    <a:lumMod val="20000"/>
                    <a:lumOff val="80000"/>
                  </a:schemeClr>
                </a:solidFill>
                <a:ln>
                  <a:solidFill>
                    <a:schemeClr val="tx1"/>
                  </a:solidFill>
                </a:ln>
              </p:spPr>
              <p:style>
                <a:lnRef idx="2">
                  <a:schemeClr val="accent1"/>
                </a:lnRef>
                <a:fillRef idx="0">
                  <a:srgbClr val="FFFFFF"/>
                </a:fillRef>
                <a:effectRef idx="0">
                  <a:srgbClr val="FFFFFF"/>
                </a:effectRef>
                <a:fontRef idx="minor">
                  <a:schemeClr val="tx1"/>
                </a:fontRef>
              </p:style>
              <p:txBody>
                <a:bodyPr wrap="none" lIns="162000" anchor="ctr"/>
                <a:p>
                  <a:pPr marL="0" lvl="0" indent="0" algn="l" eaLnBrk="1" hangingPunct="1">
                    <a:lnSpc>
                      <a:spcPct val="130000"/>
                    </a:lnSpc>
                    <a:spcBef>
                      <a:spcPct val="0"/>
                    </a:spcBef>
                    <a:buSzPct val="80000"/>
                    <a:buFont typeface="Wingdings" panose="05000000000000000000" pitchFamily="2" charset="2"/>
                    <a:buNone/>
                  </a:pPr>
                  <a:endParaRPr lang="en-US" altLang="zh-CN" sz="1800" b="1" dirty="0">
                    <a:solidFill>
                      <a:srgbClr val="1485A4"/>
                    </a:solidFill>
                    <a:latin typeface="微软雅黑" panose="020B0503020204020204" charset="-122"/>
                    <a:ea typeface="微软雅黑" panose="020B0503020204020204" charset="-122"/>
                    <a:sym typeface="+mn-ea"/>
                  </a:endParaRPr>
                </a:p>
              </p:txBody>
            </p:sp>
            <p:sp>
              <p:nvSpPr>
                <p:cNvPr id="191" name="矩形 190"/>
                <p:cNvSpPr/>
                <p:nvPr/>
              </p:nvSpPr>
              <p:spPr>
                <a:xfrm>
                  <a:off x="15415" y="6466"/>
                  <a:ext cx="713" cy="548"/>
                </a:xfrm>
                <a:prstGeom prst="rect">
                  <a:avLst/>
                </a:prstGeom>
                <a:ln>
                  <a:solidFill>
                    <a:schemeClr val="tx1"/>
                  </a:solidFill>
                </a:ln>
              </p:spPr>
              <p:style>
                <a:lnRef idx="2">
                  <a:schemeClr val="accent1"/>
                </a:lnRef>
                <a:fillRef idx="0">
                  <a:srgbClr val="FFFFFF"/>
                </a:fillRef>
                <a:effectRef idx="0">
                  <a:srgbClr val="FFFFFF"/>
                </a:effectRef>
                <a:fontRef idx="minor">
                  <a:schemeClr val="tx1"/>
                </a:fontRef>
              </p:style>
              <p:txBody>
                <a:bodyPr wrap="none" lIns="162000" anchor="ctr"/>
                <a:p>
                  <a:pPr marL="0" lvl="0" indent="0" algn="l" eaLnBrk="1" hangingPunct="1">
                    <a:lnSpc>
                      <a:spcPct val="130000"/>
                    </a:lnSpc>
                    <a:spcBef>
                      <a:spcPct val="0"/>
                    </a:spcBef>
                    <a:buSzPct val="80000"/>
                    <a:buFont typeface="Wingdings" panose="05000000000000000000" pitchFamily="2" charset="2"/>
                    <a:buNone/>
                  </a:pPr>
                  <a:endParaRPr lang="en-US" altLang="zh-CN" sz="1800" b="1" dirty="0">
                    <a:solidFill>
                      <a:srgbClr val="1485A4"/>
                    </a:solidFill>
                    <a:latin typeface="微软雅黑" panose="020B0503020204020204" charset="-122"/>
                    <a:ea typeface="微软雅黑" panose="020B0503020204020204" charset="-122"/>
                    <a:sym typeface="+mn-ea"/>
                  </a:endParaRPr>
                </a:p>
              </p:txBody>
            </p:sp>
          </p:grpSp>
          <p:sp>
            <p:nvSpPr>
              <p:cNvPr id="192" name="文本框 191"/>
              <p:cNvSpPr txBox="1"/>
              <p:nvPr/>
            </p:nvSpPr>
            <p:spPr>
              <a:xfrm>
                <a:off x="11851" y="6466"/>
                <a:ext cx="442" cy="568"/>
              </a:xfrm>
              <a:prstGeom prst="rect">
                <a:avLst/>
              </a:prstGeom>
              <a:noFill/>
            </p:spPr>
            <p:txBody>
              <a:bodyPr wrap="square" rtlCol="0">
                <a:spAutoFit/>
              </a:bodyPr>
              <a:p>
                <a:r>
                  <a:rPr lang="en-US" altLang="zh-CN" sz="1500" b="1">
                    <a:latin typeface="微软雅黑" panose="020B0503020204020204" charset="-122"/>
                    <a:ea typeface="微软雅黑" panose="020B0503020204020204" charset="-122"/>
                  </a:rPr>
                  <a:t>—</a:t>
                </a:r>
                <a:endParaRPr lang="en-US" altLang="zh-CN" sz="1500" b="1">
                  <a:latin typeface="微软雅黑" panose="020B0503020204020204" charset="-122"/>
                  <a:ea typeface="微软雅黑" panose="020B0503020204020204" charset="-122"/>
                </a:endParaRPr>
              </a:p>
            </p:txBody>
          </p:sp>
          <p:sp>
            <p:nvSpPr>
              <p:cNvPr id="193" name="文本框 192"/>
              <p:cNvSpPr txBox="1"/>
              <p:nvPr/>
            </p:nvSpPr>
            <p:spPr>
              <a:xfrm>
                <a:off x="12698" y="6468"/>
                <a:ext cx="442" cy="586"/>
              </a:xfrm>
              <a:prstGeom prst="rect">
                <a:avLst/>
              </a:prstGeom>
              <a:noFill/>
            </p:spPr>
            <p:txBody>
              <a:bodyPr wrap="square" rtlCol="0">
                <a:spAutoFit/>
              </a:bodyPr>
              <a:p>
                <a:r>
                  <a:rPr lang="en-US" altLang="zh-CN" sz="1500" b="1">
                    <a:latin typeface="微软雅黑" panose="020B0503020204020204" charset="-122"/>
                    <a:ea typeface="微软雅黑" panose="020B0503020204020204" charset="-122"/>
                  </a:rPr>
                  <a:t>1</a:t>
                </a:r>
                <a:endParaRPr lang="en-US" altLang="zh-CN" sz="1500" b="1">
                  <a:latin typeface="微软雅黑" panose="020B0503020204020204" charset="-122"/>
                  <a:ea typeface="微软雅黑" panose="020B0503020204020204" charset="-122"/>
                </a:endParaRPr>
              </a:p>
            </p:txBody>
          </p:sp>
          <p:sp>
            <p:nvSpPr>
              <p:cNvPr id="194" name="文本框 193"/>
              <p:cNvSpPr txBox="1"/>
              <p:nvPr/>
            </p:nvSpPr>
            <p:spPr>
              <a:xfrm>
                <a:off x="13411" y="6471"/>
                <a:ext cx="442" cy="604"/>
              </a:xfrm>
              <a:prstGeom prst="rect">
                <a:avLst/>
              </a:prstGeom>
              <a:noFill/>
            </p:spPr>
            <p:txBody>
              <a:bodyPr wrap="square" rtlCol="0">
                <a:spAutoFit/>
              </a:bodyPr>
              <a:p>
                <a:r>
                  <a:rPr lang="en-US" altLang="zh-CN" sz="1500" b="1">
                    <a:latin typeface="微软雅黑" panose="020B0503020204020204" charset="-122"/>
                    <a:ea typeface="微软雅黑" panose="020B0503020204020204" charset="-122"/>
                  </a:rPr>
                  <a:t>2</a:t>
                </a:r>
                <a:endParaRPr lang="en-US" altLang="zh-CN" sz="1500" b="1">
                  <a:latin typeface="微软雅黑" panose="020B0503020204020204" charset="-122"/>
                  <a:ea typeface="微软雅黑" panose="020B0503020204020204" charset="-122"/>
                </a:endParaRPr>
              </a:p>
            </p:txBody>
          </p:sp>
          <p:sp>
            <p:nvSpPr>
              <p:cNvPr id="195" name="文本框 194"/>
              <p:cNvSpPr txBox="1"/>
              <p:nvPr/>
            </p:nvSpPr>
            <p:spPr>
              <a:xfrm>
                <a:off x="14125" y="6473"/>
                <a:ext cx="442" cy="624"/>
              </a:xfrm>
              <a:prstGeom prst="rect">
                <a:avLst/>
              </a:prstGeom>
              <a:noFill/>
            </p:spPr>
            <p:txBody>
              <a:bodyPr wrap="square" rtlCol="0">
                <a:spAutoFit/>
              </a:bodyPr>
              <a:p>
                <a:r>
                  <a:rPr lang="en-US" altLang="zh-CN" sz="1500" b="1">
                    <a:latin typeface="微软雅黑" panose="020B0503020204020204" charset="-122"/>
                    <a:ea typeface="微软雅黑" panose="020B0503020204020204" charset="-122"/>
                  </a:rPr>
                  <a:t>3</a:t>
                </a:r>
                <a:endParaRPr lang="en-US" altLang="zh-CN" sz="1500" b="1">
                  <a:latin typeface="微软雅黑" panose="020B0503020204020204" charset="-122"/>
                  <a:ea typeface="微软雅黑" panose="020B0503020204020204" charset="-122"/>
                </a:endParaRPr>
              </a:p>
            </p:txBody>
          </p:sp>
          <p:sp>
            <p:nvSpPr>
              <p:cNvPr id="196" name="文本框 195"/>
              <p:cNvSpPr txBox="1"/>
              <p:nvPr/>
            </p:nvSpPr>
            <p:spPr>
              <a:xfrm>
                <a:off x="14837" y="6457"/>
                <a:ext cx="442" cy="644"/>
              </a:xfrm>
              <a:prstGeom prst="rect">
                <a:avLst/>
              </a:prstGeom>
              <a:noFill/>
            </p:spPr>
            <p:txBody>
              <a:bodyPr wrap="square" rtlCol="0">
                <a:spAutoFit/>
              </a:bodyPr>
              <a:p>
                <a:r>
                  <a:rPr lang="en-US" altLang="zh-CN" sz="1500" b="1">
                    <a:latin typeface="微软雅黑" panose="020B0503020204020204" charset="-122"/>
                    <a:ea typeface="微软雅黑" panose="020B0503020204020204" charset="-122"/>
                  </a:rPr>
                  <a:t>4</a:t>
                </a:r>
                <a:endParaRPr lang="en-US" altLang="zh-CN" sz="1500" b="1">
                  <a:latin typeface="微软雅黑" panose="020B0503020204020204" charset="-122"/>
                  <a:ea typeface="微软雅黑" panose="020B0503020204020204" charset="-122"/>
                </a:endParaRPr>
              </a:p>
            </p:txBody>
          </p:sp>
          <p:sp>
            <p:nvSpPr>
              <p:cNvPr id="197" name="文本框 196"/>
              <p:cNvSpPr txBox="1"/>
              <p:nvPr/>
            </p:nvSpPr>
            <p:spPr>
              <a:xfrm>
                <a:off x="15419" y="6396"/>
                <a:ext cx="573" cy="360"/>
              </a:xfrm>
              <a:prstGeom prst="rect">
                <a:avLst/>
              </a:prstGeom>
              <a:noFill/>
            </p:spPr>
            <p:txBody>
              <a:bodyPr wrap="square" rtlCol="0">
                <a:spAutoFit/>
              </a:bodyPr>
              <a:p>
                <a:r>
                  <a:rPr lang="en-US" altLang="zh-CN" sz="1500" b="1">
                    <a:latin typeface="微软雅黑" panose="020B0503020204020204" charset="-122"/>
                    <a:ea typeface="微软雅黑" panose="020B0503020204020204" charset="-122"/>
                  </a:rPr>
                  <a:t>...</a:t>
                </a:r>
                <a:endParaRPr lang="en-US" altLang="zh-CN" sz="1500" b="1">
                  <a:latin typeface="微软雅黑" panose="020B0503020204020204" charset="-122"/>
                  <a:ea typeface="微软雅黑" panose="020B0503020204020204" charset="-122"/>
                </a:endParaRPr>
              </a:p>
            </p:txBody>
          </p:sp>
        </p:grpSp>
        <p:grpSp>
          <p:nvGrpSpPr>
            <p:cNvPr id="198" name="组合 197"/>
            <p:cNvGrpSpPr/>
            <p:nvPr/>
          </p:nvGrpSpPr>
          <p:grpSpPr>
            <a:xfrm>
              <a:off x="11850" y="7492"/>
              <a:ext cx="4277" cy="638"/>
              <a:chOff x="11850" y="6396"/>
              <a:chExt cx="4277" cy="638"/>
            </a:xfrm>
          </p:grpSpPr>
          <p:grpSp>
            <p:nvGrpSpPr>
              <p:cNvPr id="199" name="组合 198"/>
              <p:cNvGrpSpPr/>
              <p:nvPr/>
            </p:nvGrpSpPr>
            <p:grpSpPr>
              <a:xfrm>
                <a:off x="11850" y="6466"/>
                <a:ext cx="4277" cy="548"/>
                <a:chOff x="11850" y="6466"/>
                <a:chExt cx="4277" cy="548"/>
              </a:xfrm>
            </p:grpSpPr>
            <p:sp>
              <p:nvSpPr>
                <p:cNvPr id="200" name="矩形 199"/>
                <p:cNvSpPr/>
                <p:nvPr/>
              </p:nvSpPr>
              <p:spPr>
                <a:xfrm>
                  <a:off x="11850" y="6466"/>
                  <a:ext cx="713" cy="548"/>
                </a:xfrm>
                <a:prstGeom prst="rect">
                  <a:avLst/>
                </a:prstGeom>
                <a:ln>
                  <a:solidFill>
                    <a:schemeClr val="tx1"/>
                  </a:solidFill>
                </a:ln>
              </p:spPr>
              <p:style>
                <a:lnRef idx="2">
                  <a:schemeClr val="accent1"/>
                </a:lnRef>
                <a:fillRef idx="0">
                  <a:srgbClr val="FFFFFF"/>
                </a:fillRef>
                <a:effectRef idx="0">
                  <a:srgbClr val="FFFFFF"/>
                </a:effectRef>
                <a:fontRef idx="minor">
                  <a:schemeClr val="tx1"/>
                </a:fontRef>
              </p:style>
              <p:txBody>
                <a:bodyPr wrap="none" lIns="162000" anchor="ctr"/>
                <a:p>
                  <a:pPr marL="0" lvl="0" indent="0" algn="l" eaLnBrk="1" hangingPunct="1">
                    <a:lnSpc>
                      <a:spcPct val="130000"/>
                    </a:lnSpc>
                    <a:spcBef>
                      <a:spcPct val="0"/>
                    </a:spcBef>
                    <a:buSzPct val="80000"/>
                    <a:buFont typeface="Wingdings" panose="05000000000000000000" pitchFamily="2" charset="2"/>
                    <a:buNone/>
                  </a:pPr>
                  <a:endParaRPr lang="en-US" altLang="zh-CN" sz="1500" b="1" dirty="0">
                    <a:solidFill>
                      <a:srgbClr val="1485A4"/>
                    </a:solidFill>
                    <a:latin typeface="微软雅黑" panose="020B0503020204020204" charset="-122"/>
                    <a:ea typeface="微软雅黑" panose="020B0503020204020204" charset="-122"/>
                    <a:sym typeface="+mn-ea"/>
                  </a:endParaRPr>
                </a:p>
              </p:txBody>
            </p:sp>
            <p:sp>
              <p:nvSpPr>
                <p:cNvPr id="201" name="矩形 200"/>
                <p:cNvSpPr/>
                <p:nvPr/>
              </p:nvSpPr>
              <p:spPr>
                <a:xfrm>
                  <a:off x="12563" y="6466"/>
                  <a:ext cx="713" cy="548"/>
                </a:xfrm>
                <a:prstGeom prst="rect">
                  <a:avLst/>
                </a:prstGeom>
                <a:solidFill>
                  <a:schemeClr val="accent1">
                    <a:lumMod val="20000"/>
                    <a:lumOff val="80000"/>
                  </a:schemeClr>
                </a:solidFill>
                <a:ln>
                  <a:solidFill>
                    <a:schemeClr val="tx1"/>
                  </a:solidFill>
                </a:ln>
              </p:spPr>
              <p:style>
                <a:lnRef idx="2">
                  <a:schemeClr val="accent1"/>
                </a:lnRef>
                <a:fillRef idx="0">
                  <a:srgbClr val="FFFFFF"/>
                </a:fillRef>
                <a:effectRef idx="0">
                  <a:srgbClr val="FFFFFF"/>
                </a:effectRef>
                <a:fontRef idx="minor">
                  <a:schemeClr val="tx1"/>
                </a:fontRef>
              </p:style>
              <p:txBody>
                <a:bodyPr wrap="none" lIns="162000" anchor="ctr"/>
                <a:p>
                  <a:pPr marL="0" lvl="0" indent="0" algn="l" eaLnBrk="1" hangingPunct="1">
                    <a:lnSpc>
                      <a:spcPct val="130000"/>
                    </a:lnSpc>
                    <a:spcBef>
                      <a:spcPct val="0"/>
                    </a:spcBef>
                    <a:buSzPct val="80000"/>
                    <a:buFont typeface="Wingdings" panose="05000000000000000000" pitchFamily="2" charset="2"/>
                    <a:buNone/>
                  </a:pPr>
                  <a:endParaRPr lang="en-US" altLang="zh-CN" sz="1800" b="1" dirty="0">
                    <a:solidFill>
                      <a:srgbClr val="1485A4"/>
                    </a:solidFill>
                    <a:latin typeface="微软雅黑" panose="020B0503020204020204" charset="-122"/>
                    <a:ea typeface="微软雅黑" panose="020B0503020204020204" charset="-122"/>
                    <a:sym typeface="+mn-ea"/>
                  </a:endParaRPr>
                </a:p>
              </p:txBody>
            </p:sp>
            <p:sp>
              <p:nvSpPr>
                <p:cNvPr id="202" name="矩形 201"/>
                <p:cNvSpPr/>
                <p:nvPr/>
              </p:nvSpPr>
              <p:spPr>
                <a:xfrm>
                  <a:off x="13276" y="6466"/>
                  <a:ext cx="713" cy="548"/>
                </a:xfrm>
                <a:prstGeom prst="rect">
                  <a:avLst/>
                </a:prstGeom>
                <a:ln>
                  <a:solidFill>
                    <a:schemeClr val="tx1"/>
                  </a:solidFill>
                </a:ln>
              </p:spPr>
              <p:style>
                <a:lnRef idx="2">
                  <a:schemeClr val="accent1"/>
                </a:lnRef>
                <a:fillRef idx="0">
                  <a:srgbClr val="FFFFFF"/>
                </a:fillRef>
                <a:effectRef idx="0">
                  <a:srgbClr val="FFFFFF"/>
                </a:effectRef>
                <a:fontRef idx="minor">
                  <a:schemeClr val="tx1"/>
                </a:fontRef>
              </p:style>
              <p:txBody>
                <a:bodyPr wrap="none" lIns="162000" anchor="ctr"/>
                <a:p>
                  <a:pPr marL="0" lvl="0" indent="0" algn="l" eaLnBrk="1" hangingPunct="1">
                    <a:lnSpc>
                      <a:spcPct val="130000"/>
                    </a:lnSpc>
                    <a:spcBef>
                      <a:spcPct val="0"/>
                    </a:spcBef>
                    <a:buSzPct val="80000"/>
                    <a:buFont typeface="Wingdings" panose="05000000000000000000" pitchFamily="2" charset="2"/>
                    <a:buNone/>
                  </a:pPr>
                  <a:endParaRPr lang="en-US" altLang="zh-CN" sz="1800" b="1" dirty="0">
                    <a:solidFill>
                      <a:srgbClr val="1485A4"/>
                    </a:solidFill>
                    <a:latin typeface="微软雅黑" panose="020B0503020204020204" charset="-122"/>
                    <a:ea typeface="微软雅黑" panose="020B0503020204020204" charset="-122"/>
                    <a:sym typeface="+mn-ea"/>
                  </a:endParaRPr>
                </a:p>
              </p:txBody>
            </p:sp>
            <p:sp>
              <p:nvSpPr>
                <p:cNvPr id="203" name="矩形 202"/>
                <p:cNvSpPr/>
                <p:nvPr/>
              </p:nvSpPr>
              <p:spPr>
                <a:xfrm>
                  <a:off x="13989" y="6466"/>
                  <a:ext cx="713" cy="548"/>
                </a:xfrm>
                <a:prstGeom prst="rect">
                  <a:avLst/>
                </a:prstGeom>
                <a:ln>
                  <a:solidFill>
                    <a:schemeClr val="tx1"/>
                  </a:solidFill>
                </a:ln>
              </p:spPr>
              <p:style>
                <a:lnRef idx="2">
                  <a:schemeClr val="accent1"/>
                </a:lnRef>
                <a:fillRef idx="0">
                  <a:srgbClr val="FFFFFF"/>
                </a:fillRef>
                <a:effectRef idx="0">
                  <a:srgbClr val="FFFFFF"/>
                </a:effectRef>
                <a:fontRef idx="minor">
                  <a:schemeClr val="tx1"/>
                </a:fontRef>
              </p:style>
              <p:txBody>
                <a:bodyPr wrap="none" lIns="162000" anchor="ctr"/>
                <a:p>
                  <a:pPr marL="0" lvl="0" indent="0" algn="l" eaLnBrk="1" hangingPunct="1">
                    <a:lnSpc>
                      <a:spcPct val="130000"/>
                    </a:lnSpc>
                    <a:spcBef>
                      <a:spcPct val="0"/>
                    </a:spcBef>
                    <a:buSzPct val="80000"/>
                    <a:buFont typeface="Wingdings" panose="05000000000000000000" pitchFamily="2" charset="2"/>
                    <a:buNone/>
                  </a:pPr>
                  <a:endParaRPr lang="en-US" altLang="zh-CN" sz="1800" b="1" dirty="0">
                    <a:solidFill>
                      <a:srgbClr val="1485A4"/>
                    </a:solidFill>
                    <a:latin typeface="微软雅黑" panose="020B0503020204020204" charset="-122"/>
                    <a:ea typeface="微软雅黑" panose="020B0503020204020204" charset="-122"/>
                    <a:sym typeface="+mn-ea"/>
                  </a:endParaRPr>
                </a:p>
              </p:txBody>
            </p:sp>
            <p:sp>
              <p:nvSpPr>
                <p:cNvPr id="204" name="矩形 203"/>
                <p:cNvSpPr/>
                <p:nvPr/>
              </p:nvSpPr>
              <p:spPr>
                <a:xfrm>
                  <a:off x="14702" y="6466"/>
                  <a:ext cx="713" cy="548"/>
                </a:xfrm>
                <a:prstGeom prst="rect">
                  <a:avLst/>
                </a:prstGeom>
                <a:solidFill>
                  <a:schemeClr val="accent1">
                    <a:lumMod val="20000"/>
                    <a:lumOff val="80000"/>
                  </a:schemeClr>
                </a:solidFill>
                <a:ln>
                  <a:solidFill>
                    <a:schemeClr val="tx1"/>
                  </a:solidFill>
                </a:ln>
              </p:spPr>
              <p:style>
                <a:lnRef idx="2">
                  <a:schemeClr val="accent1"/>
                </a:lnRef>
                <a:fillRef idx="0">
                  <a:srgbClr val="FFFFFF"/>
                </a:fillRef>
                <a:effectRef idx="0">
                  <a:srgbClr val="FFFFFF"/>
                </a:effectRef>
                <a:fontRef idx="minor">
                  <a:schemeClr val="tx1"/>
                </a:fontRef>
              </p:style>
              <p:txBody>
                <a:bodyPr wrap="none" lIns="162000" anchor="ctr"/>
                <a:p>
                  <a:pPr marL="0" lvl="0" indent="0" algn="l" eaLnBrk="1" hangingPunct="1">
                    <a:lnSpc>
                      <a:spcPct val="130000"/>
                    </a:lnSpc>
                    <a:spcBef>
                      <a:spcPct val="0"/>
                    </a:spcBef>
                    <a:buSzPct val="80000"/>
                    <a:buFont typeface="Wingdings" panose="05000000000000000000" pitchFamily="2" charset="2"/>
                    <a:buNone/>
                  </a:pPr>
                  <a:endParaRPr lang="en-US" altLang="zh-CN" sz="1800" b="1" dirty="0">
                    <a:solidFill>
                      <a:srgbClr val="1485A4"/>
                    </a:solidFill>
                    <a:latin typeface="微软雅黑" panose="020B0503020204020204" charset="-122"/>
                    <a:ea typeface="微软雅黑" panose="020B0503020204020204" charset="-122"/>
                    <a:sym typeface="+mn-ea"/>
                  </a:endParaRPr>
                </a:p>
              </p:txBody>
            </p:sp>
            <p:sp>
              <p:nvSpPr>
                <p:cNvPr id="205" name="矩形 204"/>
                <p:cNvSpPr/>
                <p:nvPr/>
              </p:nvSpPr>
              <p:spPr>
                <a:xfrm>
                  <a:off x="15415" y="6466"/>
                  <a:ext cx="713" cy="548"/>
                </a:xfrm>
                <a:prstGeom prst="rect">
                  <a:avLst/>
                </a:prstGeom>
                <a:ln>
                  <a:solidFill>
                    <a:schemeClr val="tx1"/>
                  </a:solidFill>
                </a:ln>
              </p:spPr>
              <p:style>
                <a:lnRef idx="2">
                  <a:schemeClr val="accent1"/>
                </a:lnRef>
                <a:fillRef idx="0">
                  <a:srgbClr val="FFFFFF"/>
                </a:fillRef>
                <a:effectRef idx="0">
                  <a:srgbClr val="FFFFFF"/>
                </a:effectRef>
                <a:fontRef idx="minor">
                  <a:schemeClr val="tx1"/>
                </a:fontRef>
              </p:style>
              <p:txBody>
                <a:bodyPr wrap="none" lIns="162000" anchor="ctr"/>
                <a:p>
                  <a:pPr marL="0" lvl="0" indent="0" algn="l" eaLnBrk="1" hangingPunct="1">
                    <a:lnSpc>
                      <a:spcPct val="130000"/>
                    </a:lnSpc>
                    <a:spcBef>
                      <a:spcPct val="0"/>
                    </a:spcBef>
                    <a:buSzPct val="80000"/>
                    <a:buFont typeface="Wingdings" panose="05000000000000000000" pitchFamily="2" charset="2"/>
                    <a:buNone/>
                  </a:pPr>
                  <a:endParaRPr lang="en-US" altLang="zh-CN" sz="1800" b="1" dirty="0">
                    <a:solidFill>
                      <a:srgbClr val="1485A4"/>
                    </a:solidFill>
                    <a:latin typeface="微软雅黑" panose="020B0503020204020204" charset="-122"/>
                    <a:ea typeface="微软雅黑" panose="020B0503020204020204" charset="-122"/>
                    <a:sym typeface="+mn-ea"/>
                  </a:endParaRPr>
                </a:p>
              </p:txBody>
            </p:sp>
          </p:grpSp>
          <p:sp>
            <p:nvSpPr>
              <p:cNvPr id="206" name="文本框 205"/>
              <p:cNvSpPr txBox="1"/>
              <p:nvPr/>
            </p:nvSpPr>
            <p:spPr>
              <a:xfrm>
                <a:off x="11868" y="6450"/>
                <a:ext cx="442" cy="568"/>
              </a:xfrm>
              <a:prstGeom prst="rect">
                <a:avLst/>
              </a:prstGeom>
              <a:noFill/>
            </p:spPr>
            <p:txBody>
              <a:bodyPr wrap="square" rtlCol="0">
                <a:spAutoFit/>
              </a:bodyPr>
              <a:p>
                <a:r>
                  <a:rPr lang="en-US" altLang="zh-CN" sz="1500" b="1">
                    <a:latin typeface="微软雅黑" panose="020B0503020204020204" charset="-122"/>
                    <a:ea typeface="微软雅黑" panose="020B0503020204020204" charset="-122"/>
                  </a:rPr>
                  <a:t>—</a:t>
                </a:r>
                <a:endParaRPr lang="en-US" altLang="zh-CN" sz="1500" b="1">
                  <a:latin typeface="微软雅黑" panose="020B0503020204020204" charset="-122"/>
                  <a:ea typeface="微软雅黑" panose="020B0503020204020204" charset="-122"/>
                </a:endParaRPr>
              </a:p>
            </p:txBody>
          </p:sp>
          <p:sp>
            <p:nvSpPr>
              <p:cNvPr id="207" name="文本框 206"/>
              <p:cNvSpPr txBox="1"/>
              <p:nvPr/>
            </p:nvSpPr>
            <p:spPr>
              <a:xfrm>
                <a:off x="12698" y="6466"/>
                <a:ext cx="442" cy="568"/>
              </a:xfrm>
              <a:prstGeom prst="rect">
                <a:avLst/>
              </a:prstGeom>
              <a:noFill/>
            </p:spPr>
            <p:txBody>
              <a:bodyPr wrap="square" rtlCol="0">
                <a:spAutoFit/>
              </a:bodyPr>
              <a:p>
                <a:r>
                  <a:rPr lang="en-US" altLang="zh-CN" sz="1500" b="1">
                    <a:latin typeface="微软雅黑" panose="020B0503020204020204" charset="-122"/>
                    <a:ea typeface="微软雅黑" panose="020B0503020204020204" charset="-122"/>
                  </a:rPr>
                  <a:t>9</a:t>
                </a:r>
                <a:endParaRPr lang="en-US" altLang="zh-CN" sz="1500" b="1">
                  <a:latin typeface="微软雅黑" panose="020B0503020204020204" charset="-122"/>
                  <a:ea typeface="微软雅黑" panose="020B0503020204020204" charset="-122"/>
                </a:endParaRPr>
              </a:p>
            </p:txBody>
          </p:sp>
          <p:sp>
            <p:nvSpPr>
              <p:cNvPr id="208" name="文本框 207"/>
              <p:cNvSpPr txBox="1"/>
              <p:nvPr/>
            </p:nvSpPr>
            <p:spPr>
              <a:xfrm>
                <a:off x="13411" y="6466"/>
                <a:ext cx="442" cy="568"/>
              </a:xfrm>
              <a:prstGeom prst="rect">
                <a:avLst/>
              </a:prstGeom>
              <a:noFill/>
            </p:spPr>
            <p:txBody>
              <a:bodyPr wrap="square" rtlCol="0">
                <a:spAutoFit/>
              </a:bodyPr>
              <a:p>
                <a:r>
                  <a:rPr lang="en-US" altLang="zh-CN" sz="1500" b="1">
                    <a:latin typeface="微软雅黑" panose="020B0503020204020204" charset="-122"/>
                    <a:ea typeface="微软雅黑" panose="020B0503020204020204" charset="-122"/>
                  </a:rPr>
                  <a:t>5</a:t>
                </a:r>
                <a:endParaRPr lang="en-US" altLang="zh-CN" sz="1500" b="1">
                  <a:latin typeface="微软雅黑" panose="020B0503020204020204" charset="-122"/>
                  <a:ea typeface="微软雅黑" panose="020B0503020204020204" charset="-122"/>
                </a:endParaRPr>
              </a:p>
            </p:txBody>
          </p:sp>
          <p:sp>
            <p:nvSpPr>
              <p:cNvPr id="209" name="文本框 208"/>
              <p:cNvSpPr txBox="1"/>
              <p:nvPr/>
            </p:nvSpPr>
            <p:spPr>
              <a:xfrm>
                <a:off x="14125" y="6466"/>
                <a:ext cx="442" cy="568"/>
              </a:xfrm>
              <a:prstGeom prst="rect">
                <a:avLst/>
              </a:prstGeom>
              <a:noFill/>
            </p:spPr>
            <p:txBody>
              <a:bodyPr wrap="square" rtlCol="0">
                <a:spAutoFit/>
              </a:bodyPr>
              <a:p>
                <a:r>
                  <a:rPr lang="en-US" altLang="zh-CN" sz="1500" b="1">
                    <a:latin typeface="微软雅黑" panose="020B0503020204020204" charset="-122"/>
                    <a:ea typeface="微软雅黑" panose="020B0503020204020204" charset="-122"/>
                  </a:rPr>
                  <a:t>6</a:t>
                </a:r>
                <a:endParaRPr lang="en-US" altLang="zh-CN" sz="1500" b="1">
                  <a:latin typeface="微软雅黑" panose="020B0503020204020204" charset="-122"/>
                  <a:ea typeface="微软雅黑" panose="020B0503020204020204" charset="-122"/>
                </a:endParaRPr>
              </a:p>
            </p:txBody>
          </p:sp>
          <p:sp>
            <p:nvSpPr>
              <p:cNvPr id="210" name="文本框 209"/>
              <p:cNvSpPr txBox="1"/>
              <p:nvPr/>
            </p:nvSpPr>
            <p:spPr>
              <a:xfrm>
                <a:off x="14837" y="6450"/>
                <a:ext cx="442" cy="568"/>
              </a:xfrm>
              <a:prstGeom prst="rect">
                <a:avLst/>
              </a:prstGeom>
              <a:noFill/>
            </p:spPr>
            <p:txBody>
              <a:bodyPr wrap="square" rtlCol="0">
                <a:spAutoFit/>
              </a:bodyPr>
              <a:p>
                <a:r>
                  <a:rPr lang="en-US" altLang="zh-CN" sz="1500" b="1">
                    <a:latin typeface="微软雅黑" panose="020B0503020204020204" charset="-122"/>
                    <a:ea typeface="微软雅黑" panose="020B0503020204020204" charset="-122"/>
                  </a:rPr>
                  <a:t>4</a:t>
                </a:r>
                <a:endParaRPr lang="en-US" altLang="zh-CN" sz="1500" b="1">
                  <a:latin typeface="微软雅黑" panose="020B0503020204020204" charset="-122"/>
                  <a:ea typeface="微软雅黑" panose="020B0503020204020204" charset="-122"/>
                </a:endParaRPr>
              </a:p>
            </p:txBody>
          </p:sp>
          <p:sp>
            <p:nvSpPr>
              <p:cNvPr id="211" name="文本框 210"/>
              <p:cNvSpPr txBox="1"/>
              <p:nvPr/>
            </p:nvSpPr>
            <p:spPr>
              <a:xfrm>
                <a:off x="15414" y="6396"/>
                <a:ext cx="578" cy="568"/>
              </a:xfrm>
              <a:prstGeom prst="rect">
                <a:avLst/>
              </a:prstGeom>
              <a:noFill/>
            </p:spPr>
            <p:txBody>
              <a:bodyPr wrap="square" rtlCol="0">
                <a:spAutoFit/>
              </a:bodyPr>
              <a:p>
                <a:r>
                  <a:rPr lang="en-US" altLang="zh-CN" sz="1500" b="1">
                    <a:latin typeface="微软雅黑" panose="020B0503020204020204" charset="-122"/>
                    <a:ea typeface="微软雅黑" panose="020B0503020204020204" charset="-122"/>
                  </a:rPr>
                  <a:t>...</a:t>
                </a:r>
                <a:endParaRPr lang="en-US" altLang="zh-CN" sz="1500" b="1">
                  <a:latin typeface="微软雅黑" panose="020B0503020204020204" charset="-122"/>
                  <a:ea typeface="微软雅黑" panose="020B0503020204020204" charset="-122"/>
                </a:endParaRPr>
              </a:p>
            </p:txBody>
          </p:sp>
        </p:grpSp>
      </p:grpSp>
      <p:sp>
        <p:nvSpPr>
          <p:cNvPr id="214" name="文本框 213"/>
          <p:cNvSpPr txBox="1"/>
          <p:nvPr/>
        </p:nvSpPr>
        <p:spPr>
          <a:xfrm>
            <a:off x="6570345" y="4274820"/>
            <a:ext cx="2780665" cy="321945"/>
          </a:xfrm>
          <a:prstGeom prst="rect">
            <a:avLst/>
          </a:prstGeom>
          <a:noFill/>
        </p:spPr>
        <p:txBody>
          <a:bodyPr wrap="square" rtlCol="0">
            <a:spAutoFit/>
          </a:bodyPr>
          <a:p>
            <a:r>
              <a:rPr lang="en-US" altLang="zh-CN" sz="1400" b="1">
                <a:latin typeface="微软雅黑" panose="020B0503020204020204" charset="-122"/>
                <a:ea typeface="微软雅黑" panose="020B0503020204020204" charset="-122"/>
                <a:cs typeface="Times New Roman" panose="02020603050405020304" charset="0"/>
              </a:rPr>
              <a:t>hash table (key: column ID</a:t>
            </a:r>
            <a:r>
              <a:rPr lang="en-US" altLang="zh-CN" sz="1500" b="1">
                <a:latin typeface="微软雅黑" panose="020B0503020204020204" charset="-122"/>
                <a:ea typeface="微软雅黑" panose="020B0503020204020204" charset="-122"/>
                <a:cs typeface="Times New Roman" panose="02020603050405020304" charset="0"/>
              </a:rPr>
              <a:t>)</a:t>
            </a:r>
            <a:endParaRPr lang="en-US" altLang="zh-CN" sz="1500" b="1">
              <a:latin typeface="微软雅黑" panose="020B0503020204020204" charset="-122"/>
              <a:ea typeface="微软雅黑" panose="020B0503020204020204" charset="-122"/>
              <a:cs typeface="Times New Roman" panose="02020603050405020304" charset="0"/>
            </a:endParaRPr>
          </a:p>
        </p:txBody>
      </p:sp>
      <p:cxnSp>
        <p:nvCxnSpPr>
          <p:cNvPr id="215" name="直接箭头连接符 214"/>
          <p:cNvCxnSpPr/>
          <p:nvPr/>
        </p:nvCxnSpPr>
        <p:spPr>
          <a:xfrm>
            <a:off x="6934200" y="3679190"/>
            <a:ext cx="0" cy="347345"/>
          </a:xfrm>
          <a:prstGeom prst="straightConnector1">
            <a:avLst/>
          </a:prstGeom>
          <a:ln>
            <a:solidFill>
              <a:schemeClr val="tx1"/>
            </a:solidFill>
            <a:tailEnd type="arrow"/>
          </a:ln>
        </p:spPr>
        <p:style>
          <a:lnRef idx="2">
            <a:schemeClr val="accent1"/>
          </a:lnRef>
          <a:fillRef idx="0">
            <a:srgbClr val="FFFFFF"/>
          </a:fillRef>
          <a:effectRef idx="0">
            <a:srgbClr val="FFFFFF"/>
          </a:effectRef>
          <a:fontRef idx="minor">
            <a:schemeClr val="tx1"/>
          </a:fontRef>
        </p:style>
      </p:cxnSp>
      <p:cxnSp>
        <p:nvCxnSpPr>
          <p:cNvPr id="216" name="直接箭头连接符 215"/>
          <p:cNvCxnSpPr/>
          <p:nvPr/>
        </p:nvCxnSpPr>
        <p:spPr>
          <a:xfrm>
            <a:off x="7795260" y="3679190"/>
            <a:ext cx="0" cy="347345"/>
          </a:xfrm>
          <a:prstGeom prst="straightConnector1">
            <a:avLst/>
          </a:prstGeom>
          <a:ln>
            <a:solidFill>
              <a:schemeClr val="tx1"/>
            </a:solidFill>
            <a:tailEnd type="arrow"/>
          </a:ln>
        </p:spPr>
        <p:style>
          <a:lnRef idx="2">
            <a:schemeClr val="accent1"/>
          </a:lnRef>
          <a:fillRef idx="0">
            <a:srgbClr val="FFFFFF"/>
          </a:fillRef>
          <a:effectRef idx="0">
            <a:srgbClr val="FFFFFF"/>
          </a:effectRef>
          <a:fontRef idx="minor">
            <a:schemeClr val="tx1"/>
          </a:fontRef>
        </p:style>
      </p:cxnSp>
      <p:cxnSp>
        <p:nvCxnSpPr>
          <p:cNvPr id="217" name="直接箭头连接符 216"/>
          <p:cNvCxnSpPr/>
          <p:nvPr/>
        </p:nvCxnSpPr>
        <p:spPr>
          <a:xfrm>
            <a:off x="8622665" y="3679190"/>
            <a:ext cx="0" cy="347345"/>
          </a:xfrm>
          <a:prstGeom prst="straightConnector1">
            <a:avLst/>
          </a:prstGeom>
          <a:ln>
            <a:solidFill>
              <a:schemeClr val="tx1"/>
            </a:solidFill>
            <a:tailEnd type="arrow"/>
          </a:ln>
        </p:spPr>
        <p:style>
          <a:lnRef idx="2">
            <a:schemeClr val="accent1"/>
          </a:lnRef>
          <a:fillRef idx="0">
            <a:srgbClr val="FFFFFF"/>
          </a:fillRef>
          <a:effectRef idx="0">
            <a:srgbClr val="FFFFFF"/>
          </a:effectRef>
          <a:fontRef idx="minor">
            <a:schemeClr val="tx1"/>
          </a:fontRef>
        </p:style>
      </p:cxnSp>
      <p:cxnSp>
        <p:nvCxnSpPr>
          <p:cNvPr id="218" name="直接箭头连接符 217"/>
          <p:cNvCxnSpPr/>
          <p:nvPr/>
        </p:nvCxnSpPr>
        <p:spPr>
          <a:xfrm>
            <a:off x="9457690" y="3679190"/>
            <a:ext cx="0" cy="347345"/>
          </a:xfrm>
          <a:prstGeom prst="straightConnector1">
            <a:avLst/>
          </a:prstGeom>
          <a:ln>
            <a:solidFill>
              <a:schemeClr val="tx1"/>
            </a:solidFill>
            <a:tailEnd type="arrow"/>
          </a:ln>
        </p:spPr>
        <p:style>
          <a:lnRef idx="2">
            <a:schemeClr val="accent1"/>
          </a:lnRef>
          <a:fillRef idx="0">
            <a:srgbClr val="FFFFFF"/>
          </a:fillRef>
          <a:effectRef idx="0">
            <a:srgbClr val="FFFFFF"/>
          </a:effectRef>
          <a:fontRef idx="minor">
            <a:schemeClr val="tx1"/>
          </a:fontRef>
        </p:style>
      </p:cxnSp>
      <p:cxnSp>
        <p:nvCxnSpPr>
          <p:cNvPr id="219" name="直接箭头连接符 218"/>
          <p:cNvCxnSpPr/>
          <p:nvPr/>
        </p:nvCxnSpPr>
        <p:spPr>
          <a:xfrm>
            <a:off x="10288270" y="3679190"/>
            <a:ext cx="0" cy="347345"/>
          </a:xfrm>
          <a:prstGeom prst="straightConnector1">
            <a:avLst/>
          </a:prstGeom>
          <a:ln>
            <a:solidFill>
              <a:schemeClr val="tx1"/>
            </a:solidFill>
            <a:tailEnd type="arrow"/>
          </a:ln>
        </p:spPr>
        <p:style>
          <a:lnRef idx="2">
            <a:schemeClr val="accent1"/>
          </a:lnRef>
          <a:fillRef idx="0">
            <a:srgbClr val="FFFFFF"/>
          </a:fillRef>
          <a:effectRef idx="0">
            <a:srgbClr val="FFFFFF"/>
          </a:effectRef>
          <a:fontRef idx="minor">
            <a:schemeClr val="tx1"/>
          </a:fontRef>
        </p:style>
      </p:cxnSp>
      <p:cxnSp>
        <p:nvCxnSpPr>
          <p:cNvPr id="220" name="直接箭头连接符 219"/>
          <p:cNvCxnSpPr/>
          <p:nvPr/>
        </p:nvCxnSpPr>
        <p:spPr>
          <a:xfrm>
            <a:off x="11141075" y="3660775"/>
            <a:ext cx="0" cy="347345"/>
          </a:xfrm>
          <a:prstGeom prst="straightConnector1">
            <a:avLst/>
          </a:prstGeom>
          <a:ln>
            <a:solidFill>
              <a:schemeClr val="tx1"/>
            </a:solidFill>
            <a:tailEnd type="arrow"/>
          </a:ln>
        </p:spPr>
        <p:style>
          <a:lnRef idx="2">
            <a:schemeClr val="accent1"/>
          </a:lnRef>
          <a:fillRef idx="0">
            <a:srgbClr val="FFFFFF"/>
          </a:fillRef>
          <a:effectRef idx="0">
            <a:srgbClr val="FFFFFF"/>
          </a:effectRef>
          <a:fontRef idx="minor">
            <a:schemeClr val="tx1"/>
          </a:fontRef>
        </p:style>
      </p:cxnSp>
      <p:sp>
        <p:nvSpPr>
          <p:cNvPr id="222" name="文本框 221"/>
          <p:cNvSpPr txBox="1"/>
          <p:nvPr/>
        </p:nvSpPr>
        <p:spPr>
          <a:xfrm>
            <a:off x="9385300" y="4331335"/>
            <a:ext cx="2373630" cy="1291590"/>
          </a:xfrm>
          <a:prstGeom prst="rect">
            <a:avLst/>
          </a:prstGeom>
          <a:noFill/>
        </p:spPr>
        <p:txBody>
          <a:bodyPr wrap="square" rtlCol="0">
            <a:spAutoFit/>
          </a:bodyPr>
          <a:p>
            <a:r>
              <a:rPr lang="en-US" altLang="zh-CN" sz="1300" b="1"/>
              <a:t>insert (1,2) </a:t>
            </a:r>
            <a:r>
              <a:rPr lang="en-US" altLang="en-US" sz="1300" b="1"/>
              <a:t>→</a:t>
            </a:r>
            <a:r>
              <a:rPr lang="en-US" altLang="zh-CN" sz="1300" b="1"/>
              <a:t> slot 1</a:t>
            </a:r>
            <a:endParaRPr lang="en-US" altLang="zh-CN" sz="1300" b="1"/>
          </a:p>
          <a:p>
            <a:r>
              <a:rPr lang="en-US" altLang="zh-CN" sz="1300" b="1"/>
              <a:t>insert (4,3) </a:t>
            </a:r>
            <a:r>
              <a:rPr lang="en-US" altLang="en-US" sz="1300" b="1"/>
              <a:t>→</a:t>
            </a:r>
            <a:r>
              <a:rPr lang="en-US" altLang="zh-CN" sz="1300" b="1"/>
              <a:t> slot 4</a:t>
            </a:r>
            <a:endParaRPr lang="en-US" altLang="zh-CN" sz="1300" b="1"/>
          </a:p>
          <a:p>
            <a:r>
              <a:rPr lang="en-US" altLang="zh-CN" sz="1300" b="1"/>
              <a:t>insert (2,5) </a:t>
            </a:r>
            <a:r>
              <a:rPr lang="en-US" altLang="en-US" sz="1300" b="1"/>
              <a:t>→</a:t>
            </a:r>
            <a:r>
              <a:rPr lang="en-US" altLang="zh-CN" sz="1300" b="1"/>
              <a:t> slot 2</a:t>
            </a:r>
            <a:endParaRPr lang="en-US" altLang="zh-CN" sz="1300" b="1"/>
          </a:p>
          <a:p>
            <a:r>
              <a:rPr lang="en-US" altLang="zh-CN" sz="1300" b="1">
                <a:solidFill>
                  <a:srgbClr val="FF0000"/>
                </a:solidFill>
              </a:rPr>
              <a:t>accumulate key 4 </a:t>
            </a:r>
            <a:r>
              <a:rPr lang="en-US" altLang="en-US" sz="1300" b="1">
                <a:solidFill>
                  <a:srgbClr val="FF0000"/>
                </a:solidFill>
              </a:rPr>
              <a:t>→</a:t>
            </a:r>
            <a:r>
              <a:rPr lang="en-US" altLang="zh-CN" sz="1300" b="1">
                <a:solidFill>
                  <a:srgbClr val="FF0000"/>
                </a:solidFill>
              </a:rPr>
              <a:t> 3+1=4</a:t>
            </a:r>
            <a:endParaRPr lang="en-US" altLang="zh-CN" sz="1300" b="1">
              <a:solidFill>
                <a:srgbClr val="FF0000"/>
              </a:solidFill>
            </a:endParaRPr>
          </a:p>
          <a:p>
            <a:r>
              <a:rPr lang="en-US" altLang="zh-CN" sz="1300" b="1">
                <a:solidFill>
                  <a:srgbClr val="FF0000"/>
                </a:solidFill>
              </a:rPr>
              <a:t>accumulate key 1 </a:t>
            </a:r>
            <a:r>
              <a:rPr lang="en-US" altLang="en-US" sz="1300" b="1">
                <a:solidFill>
                  <a:srgbClr val="FF0000"/>
                </a:solidFill>
              </a:rPr>
              <a:t>→</a:t>
            </a:r>
            <a:r>
              <a:rPr lang="en-US" altLang="zh-CN" sz="1300" b="1">
                <a:solidFill>
                  <a:srgbClr val="FF0000"/>
                </a:solidFill>
              </a:rPr>
              <a:t> 2+7=9</a:t>
            </a:r>
            <a:endParaRPr lang="en-US" altLang="zh-CN" sz="1300" b="1"/>
          </a:p>
          <a:p>
            <a:r>
              <a:rPr lang="en-US" altLang="zh-CN" sz="1300" b="1"/>
              <a:t>insert (3,6) </a:t>
            </a:r>
            <a:r>
              <a:rPr lang="en-US" altLang="en-US" sz="1300" b="1"/>
              <a:t>→</a:t>
            </a:r>
            <a:r>
              <a:rPr lang="en-US" altLang="zh-CN" sz="1300" b="1"/>
              <a:t> slot 3</a:t>
            </a:r>
            <a:endParaRPr lang="en-US" altLang="zh-CN" sz="1300" b="1"/>
          </a:p>
        </p:txBody>
      </p:sp>
      <p:cxnSp>
        <p:nvCxnSpPr>
          <p:cNvPr id="224" name="直接箭头连接符 223"/>
          <p:cNvCxnSpPr/>
          <p:nvPr/>
        </p:nvCxnSpPr>
        <p:spPr>
          <a:xfrm flipH="1">
            <a:off x="7675245" y="5092065"/>
            <a:ext cx="1760220" cy="346710"/>
          </a:xfrm>
          <a:prstGeom prst="straightConnector1">
            <a:avLst/>
          </a:prstGeom>
          <a:ln>
            <a:solidFill>
              <a:srgbClr val="0070C0"/>
            </a:solidFill>
            <a:prstDash val="dash"/>
            <a:tailEnd type="arrow"/>
          </a:ln>
        </p:spPr>
        <p:style>
          <a:lnRef idx="2">
            <a:schemeClr val="accent1"/>
          </a:lnRef>
          <a:fillRef idx="0">
            <a:srgbClr val="FFFFFF"/>
          </a:fillRef>
          <a:effectRef idx="0">
            <a:srgbClr val="FFFFFF"/>
          </a:effectRef>
          <a:fontRef idx="minor">
            <a:schemeClr val="tx1"/>
          </a:fontRef>
        </p:style>
      </p:cxnSp>
      <p:cxnSp>
        <p:nvCxnSpPr>
          <p:cNvPr id="225" name="直接箭头连接符 224"/>
          <p:cNvCxnSpPr/>
          <p:nvPr/>
        </p:nvCxnSpPr>
        <p:spPr>
          <a:xfrm flipH="1">
            <a:off x="8917305" y="5299710"/>
            <a:ext cx="540385" cy="112395"/>
          </a:xfrm>
          <a:prstGeom prst="straightConnector1">
            <a:avLst/>
          </a:prstGeom>
          <a:ln>
            <a:solidFill>
              <a:srgbClr val="0070C0"/>
            </a:solidFill>
            <a:prstDash val="dash"/>
            <a:tailEnd type="arrow"/>
          </a:ln>
        </p:spPr>
        <p:style>
          <a:lnRef idx="2">
            <a:schemeClr val="accent1"/>
          </a:lnRef>
          <a:fillRef idx="0">
            <a:srgbClr val="FFFFFF"/>
          </a:fillRef>
          <a:effectRef idx="0">
            <a:srgbClr val="FFFFFF"/>
          </a:effectRef>
          <a:fontRef idx="minor">
            <a:schemeClr val="tx1"/>
          </a:fontRef>
        </p:style>
      </p:cxnSp>
    </p:spTree>
    <p:custDataLst>
      <p:tags r:id="rId10"/>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3"/>
          <p:cNvSpPr>
            <a:spLocks noGrp="1"/>
          </p:cNvSpPr>
          <p:nvPr>
            <p:custDataLst>
              <p:tags r:id="rId1"/>
            </p:custDataLst>
          </p:nvPr>
        </p:nvSpPr>
        <p:spPr>
          <a:xfrm>
            <a:off x="9899650" y="6490335"/>
            <a:ext cx="2133600" cy="365125"/>
          </a:xfrm>
          <a:prstGeom prst="rect">
            <a:avLst/>
          </a:prstGeom>
        </p:spPr>
        <p:txBody>
          <a:bodyPr vert="horz" lIns="91440" tIns="45720" rIns="91440" bIns="45720" rtlCol="0" anchor="ctr"/>
          <a:lstStyle>
            <a:defPPr>
              <a:defRPr lang="zh-CN"/>
            </a:defPPr>
            <a:lvl1pPr marL="0" algn="r" defTabSz="914400" rtl="0" eaLnBrk="1" fontAlgn="auto" latinLnBrk="0" hangingPunct="1">
              <a:spcBef>
                <a:spcPts val="0"/>
              </a:spcBef>
              <a:spcAft>
                <a:spcPts val="0"/>
              </a:spcAft>
              <a:defRPr sz="1200" b="1" kern="1200">
                <a:solidFill>
                  <a:schemeClr val="tx1">
                    <a:tint val="75000"/>
                  </a:schemeClr>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261D8B3-0104-4129-817E-1C07D6A99DE4}" type="slidenum">
              <a:rPr lang="zh-CN" altLang="en-US" sz="1400" smtClean="0">
                <a:solidFill>
                  <a:prstClr val="black">
                    <a:tint val="75000"/>
                  </a:prstClr>
                </a:solidFill>
              </a:rPr>
            </a:fld>
            <a:endParaRPr lang="zh-CN" altLang="en-US" sz="1400">
              <a:solidFill>
                <a:prstClr val="black">
                  <a:tint val="75000"/>
                </a:prstClr>
              </a:solidFill>
            </a:endParaRPr>
          </a:p>
        </p:txBody>
      </p:sp>
      <p:pic>
        <p:nvPicPr>
          <p:cNvPr id="8" name="图片 7"/>
          <p:cNvPicPr>
            <a:picLocks noChangeAspect="1"/>
          </p:cNvPicPr>
          <p:nvPr/>
        </p:nvPicPr>
        <p:blipFill rotWithShape="1">
          <a:blip r:embed="rId2" cstate="print">
            <a:duotone>
              <a:schemeClr val="accent6">
                <a:shade val="45000"/>
                <a:satMod val="135000"/>
              </a:schemeClr>
              <a:prstClr val="white"/>
            </a:duotone>
          </a:blip>
          <a:srcRect r="76362"/>
          <a:stretch>
            <a:fillRect/>
          </a:stretch>
        </p:blipFill>
        <p:spPr>
          <a:xfrm>
            <a:off x="11141111" y="0"/>
            <a:ext cx="804015" cy="719931"/>
          </a:xfrm>
          <a:prstGeom prst="rect">
            <a:avLst/>
          </a:prstGeom>
        </p:spPr>
      </p:pic>
      <p:sp>
        <p:nvSpPr>
          <p:cNvPr id="4" name="文本框 3"/>
          <p:cNvSpPr txBox="1"/>
          <p:nvPr>
            <p:custDataLst>
              <p:tags r:id="rId3"/>
            </p:custDataLst>
          </p:nvPr>
        </p:nvSpPr>
        <p:spPr>
          <a:xfrm>
            <a:off x="288290" y="30480"/>
            <a:ext cx="10709856" cy="641350"/>
          </a:xfrm>
          <a:prstGeom prst="rect">
            <a:avLst/>
          </a:prstGeom>
          <a:noFill/>
        </p:spPr>
        <p:txBody>
          <a:bodyPr wrap="square" rtlCol="0">
            <a:noAutofit/>
          </a:bodyPr>
          <a:lstStyle/>
          <a:p>
            <a:r>
              <a:rPr kumimoji="1" lang="en-US" sz="3600" b="1" dirty="0">
                <a:solidFill>
                  <a:schemeClr val="bg1"/>
                </a:solidFill>
                <a:latin typeface="微软雅黑" panose="020B0503020204020204" charset="-122"/>
                <a:ea typeface="微软雅黑" panose="020B0503020204020204" charset="-122"/>
              </a:rPr>
              <a:t>Insight</a:t>
            </a:r>
            <a:endParaRPr kumimoji="1" lang="en-US" sz="3600" b="1" dirty="0">
              <a:solidFill>
                <a:schemeClr val="bg1"/>
              </a:solidFill>
              <a:latin typeface="微软雅黑" panose="020B0503020204020204" charset="-122"/>
              <a:ea typeface="微软雅黑" panose="020B0503020204020204" charset="-122"/>
            </a:endParaRPr>
          </a:p>
        </p:txBody>
      </p:sp>
      <p:sp>
        <p:nvSpPr>
          <p:cNvPr id="5" name="文本框 4"/>
          <p:cNvSpPr txBox="1"/>
          <p:nvPr/>
        </p:nvSpPr>
        <p:spPr>
          <a:xfrm>
            <a:off x="103908" y="707404"/>
            <a:ext cx="11984183" cy="1198880"/>
          </a:xfrm>
          <a:prstGeom prst="rect">
            <a:avLst/>
          </a:prstGeom>
          <a:noFill/>
        </p:spPr>
        <p:txBody>
          <a:bodyPr wrap="square">
            <a:spAutoFit/>
          </a:bodyPr>
          <a:lstStyle/>
          <a:p>
            <a:pPr marL="342900" indent="-342900">
              <a:lnSpc>
                <a:spcPct val="150000"/>
              </a:lnSpc>
              <a:buFont typeface="Wingdings" panose="05000000000000000000" pitchFamily="2" charset="2"/>
              <a:buChar char="n"/>
            </a:pPr>
            <a:r>
              <a:rPr kumimoji="1" lang="en-US" altLang="zh-CN" sz="2400" b="1" dirty="0">
                <a:solidFill>
                  <a:srgbClr val="FF0000"/>
                </a:solidFill>
                <a:latin typeface="微软雅黑" panose="020B0503020204020204" charset="-122"/>
                <a:ea typeface="微软雅黑" panose="020B0503020204020204" charset="-122"/>
              </a:rPr>
              <a:t>Neither merge nor hash consistently performs best across all matrices</a:t>
            </a:r>
            <a:endParaRPr kumimoji="1" lang="en-US" altLang="zh-CN" sz="2400" b="1" dirty="0">
              <a:latin typeface="微软雅黑" panose="020B0503020204020204" charset="-122"/>
              <a:ea typeface="微软雅黑" panose="020B0503020204020204" charset="-122"/>
            </a:endParaRPr>
          </a:p>
          <a:p>
            <a:pPr marL="342900" indent="-342900">
              <a:lnSpc>
                <a:spcPct val="150000"/>
              </a:lnSpc>
              <a:buFont typeface="Wingdings" panose="05000000000000000000" pitchFamily="2" charset="2"/>
              <a:buChar char="n"/>
            </a:pPr>
            <a:endParaRPr kumimoji="1" lang="en-US" altLang="zh-CN" sz="2400" b="1" dirty="0">
              <a:latin typeface="微软雅黑" panose="020B0503020204020204" charset="-122"/>
              <a:ea typeface="微软雅黑" panose="020B0503020204020204" charset="-122"/>
            </a:endParaRPr>
          </a:p>
        </p:txBody>
      </p:sp>
    </p:spTree>
    <p:custDataLst>
      <p:tags r:id="rId4"/>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 name="圆角矩形 232"/>
          <p:cNvSpPr/>
          <p:nvPr/>
        </p:nvSpPr>
        <p:spPr>
          <a:xfrm>
            <a:off x="4117340" y="2844800"/>
            <a:ext cx="3735705" cy="1416050"/>
          </a:xfrm>
          <a:prstGeom prst="roundRect">
            <a:avLst>
              <a:gd name="adj" fmla="val 7004"/>
            </a:avLst>
          </a:prstGeom>
          <a:solidFill>
            <a:srgbClr val="E2EAFD"/>
          </a:solidFill>
          <a:ln w="25400" algn="ctr">
            <a:solidFill>
              <a:schemeClr val="tx1"/>
            </a:solidFill>
            <a:round/>
          </a:ln>
        </p:spPr>
        <p:txBody>
          <a:bodyPr wrap="none" lIns="162000" anchor="ctr"/>
          <a:p>
            <a:pPr marL="0" lvl="0" indent="0" algn="l" eaLnBrk="1" hangingPunct="1">
              <a:lnSpc>
                <a:spcPct val="130000"/>
              </a:lnSpc>
              <a:spcBef>
                <a:spcPct val="0"/>
              </a:spcBef>
              <a:buSzPct val="80000"/>
              <a:buFont typeface="Wingdings" panose="05000000000000000000" pitchFamily="2" charset="2"/>
              <a:buNone/>
            </a:pPr>
            <a:endParaRPr lang="en-US" altLang="zh-CN" sz="2400" b="1" dirty="0">
              <a:solidFill>
                <a:srgbClr val="1485A4"/>
              </a:solidFill>
              <a:latin typeface="Times New Roman" panose="02020603050405020304" charset="0"/>
              <a:ea typeface="微软雅黑" panose="020B0503020204020204" charset="-122"/>
              <a:sym typeface="+mn-ea"/>
            </a:endParaRPr>
          </a:p>
        </p:txBody>
      </p:sp>
      <p:sp>
        <p:nvSpPr>
          <p:cNvPr id="7" name="灯片编号占位符 3"/>
          <p:cNvSpPr>
            <a:spLocks noGrp="1"/>
          </p:cNvSpPr>
          <p:nvPr>
            <p:custDataLst>
              <p:tags r:id="rId1"/>
            </p:custDataLst>
          </p:nvPr>
        </p:nvSpPr>
        <p:spPr>
          <a:xfrm>
            <a:off x="9899650" y="6490335"/>
            <a:ext cx="2133600" cy="365125"/>
          </a:xfrm>
          <a:prstGeom prst="rect">
            <a:avLst/>
          </a:prstGeom>
        </p:spPr>
        <p:txBody>
          <a:bodyPr vert="horz" lIns="91440" tIns="45720" rIns="91440" bIns="45720" rtlCol="0" anchor="ctr"/>
          <a:lstStyle>
            <a:defPPr>
              <a:defRPr lang="zh-CN"/>
            </a:defPPr>
            <a:lvl1pPr marL="0" algn="r" defTabSz="914400" rtl="0" eaLnBrk="1" fontAlgn="auto" latinLnBrk="0" hangingPunct="1">
              <a:spcBef>
                <a:spcPts val="0"/>
              </a:spcBef>
              <a:spcAft>
                <a:spcPts val="0"/>
              </a:spcAft>
              <a:defRPr sz="1200" b="1" kern="1200">
                <a:solidFill>
                  <a:schemeClr val="tx1">
                    <a:tint val="75000"/>
                  </a:schemeClr>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261D8B3-0104-4129-817E-1C07D6A99DE4}" type="slidenum">
              <a:rPr lang="zh-CN" altLang="en-US" sz="1400" smtClean="0">
                <a:solidFill>
                  <a:prstClr val="black">
                    <a:tint val="75000"/>
                  </a:prstClr>
                </a:solidFill>
              </a:rPr>
            </a:fld>
            <a:endParaRPr lang="zh-CN" altLang="en-US" sz="1400">
              <a:solidFill>
                <a:prstClr val="black">
                  <a:tint val="75000"/>
                </a:prstClr>
              </a:solidFill>
            </a:endParaRPr>
          </a:p>
        </p:txBody>
      </p:sp>
      <p:pic>
        <p:nvPicPr>
          <p:cNvPr id="8" name="图片 7"/>
          <p:cNvPicPr>
            <a:picLocks noChangeAspect="1"/>
          </p:cNvPicPr>
          <p:nvPr/>
        </p:nvPicPr>
        <p:blipFill rotWithShape="1">
          <a:blip r:embed="rId2" cstate="print">
            <a:duotone>
              <a:schemeClr val="accent6">
                <a:shade val="45000"/>
                <a:satMod val="135000"/>
              </a:schemeClr>
              <a:prstClr val="white"/>
            </a:duotone>
          </a:blip>
          <a:srcRect r="76362"/>
          <a:stretch>
            <a:fillRect/>
          </a:stretch>
        </p:blipFill>
        <p:spPr>
          <a:xfrm>
            <a:off x="11141111" y="0"/>
            <a:ext cx="804015" cy="719931"/>
          </a:xfrm>
          <a:prstGeom prst="rect">
            <a:avLst/>
          </a:prstGeom>
        </p:spPr>
      </p:pic>
      <p:sp>
        <p:nvSpPr>
          <p:cNvPr id="4" name="文本框 3"/>
          <p:cNvSpPr txBox="1"/>
          <p:nvPr>
            <p:custDataLst>
              <p:tags r:id="rId3"/>
            </p:custDataLst>
          </p:nvPr>
        </p:nvSpPr>
        <p:spPr>
          <a:xfrm>
            <a:off x="288290" y="30480"/>
            <a:ext cx="10709856" cy="641350"/>
          </a:xfrm>
          <a:prstGeom prst="rect">
            <a:avLst/>
          </a:prstGeom>
          <a:noFill/>
        </p:spPr>
        <p:txBody>
          <a:bodyPr wrap="square" rtlCol="0">
            <a:noAutofit/>
          </a:bodyPr>
          <a:lstStyle/>
          <a:p>
            <a:r>
              <a:rPr kumimoji="1" lang="en-US" sz="3200" b="1" dirty="0">
                <a:solidFill>
                  <a:schemeClr val="bg1"/>
                </a:solidFill>
                <a:latin typeface="微软雅黑" panose="020B0503020204020204" charset="-122"/>
                <a:ea typeface="微软雅黑" panose="020B0503020204020204" charset="-122"/>
              </a:rPr>
              <a:t>Design1: </a:t>
            </a:r>
            <a:r>
              <a:rPr kumimoji="1" lang="en-US" altLang="zh-CN" sz="3200" b="1" dirty="0">
                <a:solidFill>
                  <a:schemeClr val="bg1"/>
                </a:solidFill>
                <a:latin typeface="微软雅黑" panose="020B0503020204020204" charset="-122"/>
                <a:ea typeface="微软雅黑" panose="020B0503020204020204" charset="-122"/>
              </a:rPr>
              <a:t>Adaptive Merge–Hash Workflow Dispatch</a:t>
            </a:r>
            <a:endParaRPr kumimoji="1" lang="en-US" altLang="zh-CN" sz="3200" b="1" dirty="0">
              <a:solidFill>
                <a:schemeClr val="bg1"/>
              </a:solidFill>
              <a:latin typeface="微软雅黑" panose="020B0503020204020204" charset="-122"/>
              <a:ea typeface="微软雅黑" panose="020B0503020204020204" charset="-122"/>
            </a:endParaRPr>
          </a:p>
        </p:txBody>
      </p:sp>
      <p:sp>
        <p:nvSpPr>
          <p:cNvPr id="12" name="矩形: 圆角 4"/>
          <p:cNvSpPr/>
          <p:nvPr>
            <p:custDataLst>
              <p:tags r:id="rId4"/>
            </p:custDataLst>
          </p:nvPr>
        </p:nvSpPr>
        <p:spPr>
          <a:xfrm>
            <a:off x="231140" y="1762125"/>
            <a:ext cx="3169920" cy="4728845"/>
          </a:xfrm>
          <a:prstGeom prst="roundRect">
            <a:avLst>
              <a:gd name="adj" fmla="val 2900"/>
            </a:avLst>
          </a:prstGeom>
          <a:noFill/>
          <a:ln w="19050" cap="flat" cmpd="sng" algn="ctr">
            <a:solidFill>
              <a:schemeClr val="tx1">
                <a:alpha val="20000"/>
              </a:schemeClr>
            </a:solidFill>
            <a:prstDash val="dash"/>
            <a:miter lim="800000"/>
          </a:ln>
          <a:effectLst>
            <a:outerShdw blurRad="88900" dist="38100" dir="5400000" algn="t" rotWithShape="0">
              <a:srgbClr val="0A4996">
                <a:alpha val="20000"/>
              </a:srgbClr>
            </a:outerShdw>
          </a:effectLst>
        </p:spPr>
        <p:txBody>
          <a:bodyPr rtlCol="0" anchor="ctr"/>
          <a:lstStyle/>
          <a:p>
            <a:pPr algn="ctr"/>
            <a:endParaRPr lang="zh-CN" altLang="en-US" sz="2800" b="1" dirty="0">
              <a:solidFill>
                <a:srgbClr val="0044A8"/>
              </a:solidFill>
            </a:endParaRPr>
          </a:p>
        </p:txBody>
      </p:sp>
      <p:sp>
        <p:nvSpPr>
          <p:cNvPr id="39" name="矩形: 圆角 38"/>
          <p:cNvSpPr/>
          <p:nvPr>
            <p:custDataLst>
              <p:tags r:id="rId5"/>
            </p:custDataLst>
          </p:nvPr>
        </p:nvSpPr>
        <p:spPr>
          <a:xfrm>
            <a:off x="236220" y="1630045"/>
            <a:ext cx="3178810" cy="407035"/>
          </a:xfrm>
          <a:prstGeom prst="roundRect">
            <a:avLst/>
          </a:prstGeom>
          <a:solidFill>
            <a:srgbClr val="0D77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微软雅黑" panose="020B0503020204020204" charset="-122"/>
                <a:ea typeface="微软雅黑" panose="020B0503020204020204" charset="-122"/>
                <a:cs typeface="微软雅黑" panose="020B0503020204020204" charset="-122"/>
                <a:sym typeface="Wingdings 2" panose="05020102010507070707" pitchFamily="18" charset="2"/>
              </a:rPr>
              <a:t> </a:t>
            </a:r>
            <a:r>
              <a:rPr lang="en-US" altLang="zh-CN" sz="1500" b="1">
                <a:latin typeface="微软雅黑" panose="020B0503020204020204" charset="-122"/>
                <a:ea typeface="微软雅黑" panose="020B0503020204020204" charset="-122"/>
                <a:cs typeface="微软雅黑" panose="020B0503020204020204" charset="-122"/>
                <a:sym typeface="+mn-ea"/>
              </a:rPr>
              <a:t>Offline Threshold Choosing</a:t>
            </a:r>
            <a:r>
              <a:rPr lang="en-US" altLang="zh-CN" b="1" dirty="0">
                <a:latin typeface="微软雅黑" panose="020B0503020204020204" charset="-122"/>
                <a:ea typeface="微软雅黑" panose="020B0503020204020204" charset="-122"/>
              </a:rPr>
              <a:t> </a:t>
            </a:r>
            <a:endParaRPr lang="zh-CN" altLang="en-US" b="1" dirty="0">
              <a:latin typeface="微软雅黑" panose="020B0503020204020204" charset="-122"/>
              <a:ea typeface="微软雅黑" panose="020B0503020204020204" charset="-122"/>
            </a:endParaRPr>
          </a:p>
        </p:txBody>
      </p:sp>
      <p:sp>
        <p:nvSpPr>
          <p:cNvPr id="40" name="矩形: 圆角 39"/>
          <p:cNvSpPr/>
          <p:nvPr>
            <p:custDataLst>
              <p:tags r:id="rId6"/>
            </p:custDataLst>
          </p:nvPr>
        </p:nvSpPr>
        <p:spPr>
          <a:xfrm>
            <a:off x="8661400" y="1630045"/>
            <a:ext cx="3274060" cy="407035"/>
          </a:xfrm>
          <a:prstGeom prst="roundRect">
            <a:avLst/>
          </a:prstGeom>
          <a:solidFill>
            <a:srgbClr val="0D77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latin typeface="微软雅黑" panose="020B0503020204020204" charset="-122"/>
                <a:ea typeface="微软雅黑" panose="020B0503020204020204" charset="-122"/>
                <a:sym typeface="Wingdings 2" panose="05020102010507070707" pitchFamily="18" charset="2"/>
              </a:rPr>
              <a:t></a:t>
            </a:r>
            <a:r>
              <a:rPr lang="en-US" altLang="zh-CN" sz="1500" dirty="0">
                <a:latin typeface="微软雅黑" panose="020B0503020204020204" charset="-122"/>
                <a:ea typeface="微软雅黑" panose="020B0503020204020204" charset="-122"/>
                <a:sym typeface="Wingdings 2" panose="05020102010507070707" pitchFamily="18" charset="2"/>
              </a:rPr>
              <a:t> </a:t>
            </a:r>
            <a:r>
              <a:rPr lang="en-US" altLang="zh-CN" sz="1500" b="1">
                <a:latin typeface="微软雅黑" panose="020B0503020204020204" charset="-122"/>
                <a:ea typeface="微软雅黑" panose="020B0503020204020204" charset="-122"/>
                <a:sym typeface="+mn-ea"/>
              </a:rPr>
              <a:t>Overhead Hiding via Overlap</a:t>
            </a:r>
            <a:endParaRPr lang="en-US" altLang="zh-CN" sz="1500" b="1" dirty="0">
              <a:latin typeface="微软雅黑" panose="020B0503020204020204" charset="-122"/>
              <a:ea typeface="微软雅黑" panose="020B0503020204020204" charset="-122"/>
              <a:sym typeface="+mn-ea"/>
            </a:endParaRPr>
          </a:p>
        </p:txBody>
      </p:sp>
      <p:sp>
        <p:nvSpPr>
          <p:cNvPr id="14" name="矩形: 圆角 4"/>
          <p:cNvSpPr/>
          <p:nvPr>
            <p:custDataLst>
              <p:tags r:id="rId7"/>
            </p:custDataLst>
          </p:nvPr>
        </p:nvSpPr>
        <p:spPr>
          <a:xfrm>
            <a:off x="8647430" y="1762125"/>
            <a:ext cx="3262630" cy="4750435"/>
          </a:xfrm>
          <a:prstGeom prst="roundRect">
            <a:avLst>
              <a:gd name="adj" fmla="val 2900"/>
            </a:avLst>
          </a:prstGeom>
          <a:noFill/>
          <a:ln w="19050" cap="flat" cmpd="sng" algn="ctr">
            <a:solidFill>
              <a:schemeClr val="tx1">
                <a:alpha val="20000"/>
              </a:schemeClr>
            </a:solidFill>
            <a:prstDash val="dash"/>
            <a:miter lim="800000"/>
          </a:ln>
          <a:effectLst>
            <a:outerShdw blurRad="88900" dist="38100" dir="5400000" algn="t" rotWithShape="0">
              <a:srgbClr val="0A4996">
                <a:alpha val="20000"/>
              </a:srgbClr>
            </a:outerShdw>
          </a:effectLst>
        </p:spPr>
        <p:txBody>
          <a:bodyPr rtlCol="0" anchor="ctr"/>
          <a:lstStyle/>
          <a:p>
            <a:pPr algn="ctr"/>
            <a:endParaRPr lang="zh-CN" altLang="en-US" sz="2800" b="1" dirty="0">
              <a:solidFill>
                <a:srgbClr val="0044A8"/>
              </a:solidFill>
            </a:endParaRPr>
          </a:p>
        </p:txBody>
      </p:sp>
      <p:sp>
        <p:nvSpPr>
          <p:cNvPr id="17" name="矩形: 圆角 4"/>
          <p:cNvSpPr/>
          <p:nvPr>
            <p:custDataLst>
              <p:tags r:id="rId8"/>
            </p:custDataLst>
          </p:nvPr>
        </p:nvSpPr>
        <p:spPr>
          <a:xfrm>
            <a:off x="3595370" y="1798955"/>
            <a:ext cx="4871720" cy="4692015"/>
          </a:xfrm>
          <a:prstGeom prst="roundRect">
            <a:avLst>
              <a:gd name="adj" fmla="val 2900"/>
            </a:avLst>
          </a:prstGeom>
          <a:noFill/>
          <a:ln w="19050" cap="flat" cmpd="sng" algn="ctr">
            <a:solidFill>
              <a:schemeClr val="tx1">
                <a:alpha val="20000"/>
              </a:schemeClr>
            </a:solidFill>
            <a:prstDash val="dash"/>
            <a:miter lim="800000"/>
          </a:ln>
          <a:effectLst>
            <a:outerShdw blurRad="88900" dist="38100" dir="5400000" algn="t" rotWithShape="0">
              <a:srgbClr val="0A4996">
                <a:alpha val="20000"/>
              </a:srgbClr>
            </a:outerShdw>
          </a:effectLst>
        </p:spPr>
        <p:txBody>
          <a:bodyPr rtlCol="0" anchor="ctr"/>
          <a:lstStyle/>
          <a:p>
            <a:pPr algn="ctr"/>
            <a:endParaRPr lang="zh-CN" altLang="en-US" sz="2800" b="1" dirty="0">
              <a:solidFill>
                <a:srgbClr val="0044A8"/>
              </a:solidFill>
            </a:endParaRPr>
          </a:p>
        </p:txBody>
      </p:sp>
      <p:sp>
        <p:nvSpPr>
          <p:cNvPr id="18" name="矩形: 圆角 38"/>
          <p:cNvSpPr/>
          <p:nvPr>
            <p:custDataLst>
              <p:tags r:id="rId9"/>
            </p:custDataLst>
          </p:nvPr>
        </p:nvSpPr>
        <p:spPr>
          <a:xfrm>
            <a:off x="3595370" y="1630045"/>
            <a:ext cx="4871720" cy="407035"/>
          </a:xfrm>
          <a:prstGeom prst="roundRect">
            <a:avLst/>
          </a:prstGeom>
          <a:solidFill>
            <a:srgbClr val="0D77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dirty="0">
                <a:latin typeface="微软雅黑" panose="020B0503020204020204" charset="-122"/>
                <a:ea typeface="微软雅黑" panose="020B0503020204020204" charset="-122"/>
                <a:sym typeface="Wingdings 2" panose="05020102010507070707" pitchFamily="18" charset="2"/>
              </a:rPr>
              <a:t> </a:t>
            </a:r>
            <a:r>
              <a:rPr lang="en-US" altLang="zh-CN" sz="1500" b="1">
                <a:latin typeface="微软雅黑" panose="020B0503020204020204" charset="-122"/>
                <a:ea typeface="微软雅黑" panose="020B0503020204020204" charset="-122"/>
                <a:sym typeface="+mn-ea"/>
              </a:rPr>
              <a:t>CPU-side Online Dispatcher</a:t>
            </a:r>
            <a:endParaRPr lang="en-US" altLang="zh-CN" sz="1500" b="1" dirty="0">
              <a:latin typeface="微软雅黑" panose="020B0503020204020204" charset="-122"/>
              <a:ea typeface="微软雅黑" panose="020B0503020204020204" charset="-122"/>
              <a:sym typeface="+mn-ea"/>
            </a:endParaRPr>
          </a:p>
        </p:txBody>
      </p:sp>
      <p:sp>
        <p:nvSpPr>
          <p:cNvPr id="19" name="文本框 18"/>
          <p:cNvSpPr txBox="1"/>
          <p:nvPr/>
        </p:nvSpPr>
        <p:spPr>
          <a:xfrm>
            <a:off x="288290" y="738505"/>
            <a:ext cx="11572875" cy="383540"/>
          </a:xfrm>
          <a:prstGeom prst="rect">
            <a:avLst/>
          </a:prstGeom>
          <a:noFill/>
        </p:spPr>
        <p:txBody>
          <a:bodyPr wrap="square" rtlCol="0">
            <a:spAutoFit/>
          </a:bodyPr>
          <a:p>
            <a:pPr marL="285750" indent="-285750">
              <a:buFont typeface="Wingdings" panose="05000000000000000000" charset="0"/>
              <a:buChar char="n"/>
            </a:pPr>
            <a:r>
              <a:rPr lang="en-US" altLang="zh-CN" sz="1900" b="1">
                <a:latin typeface="微软雅黑" panose="020B0503020204020204" charset="-122"/>
                <a:ea typeface="微软雅黑" panose="020B0503020204020204" charset="-122"/>
              </a:rPr>
              <a:t>CPU dispatcher uses learned thresholds to choose Merge or Hash with negligible overhead</a:t>
            </a:r>
            <a:endParaRPr lang="en-US" altLang="zh-CN" sz="1900" b="1">
              <a:latin typeface="微软雅黑" panose="020B0503020204020204" charset="-122"/>
              <a:ea typeface="微软雅黑" panose="020B0503020204020204" charset="-122"/>
            </a:endParaRPr>
          </a:p>
        </p:txBody>
      </p:sp>
      <p:sp>
        <p:nvSpPr>
          <p:cNvPr id="20" name="圆角矩形 19"/>
          <p:cNvSpPr/>
          <p:nvPr/>
        </p:nvSpPr>
        <p:spPr>
          <a:xfrm>
            <a:off x="575945" y="2384425"/>
            <a:ext cx="2419350" cy="746760"/>
          </a:xfrm>
          <a:prstGeom prst="roundRect">
            <a:avLst/>
          </a:prstGeom>
          <a:solidFill>
            <a:schemeClr val="accent1">
              <a:lumMod val="20000"/>
              <a:lumOff val="80000"/>
            </a:schemeClr>
          </a:solidFill>
          <a:ln w="25400" algn="ctr">
            <a:solidFill>
              <a:schemeClr val="tx1"/>
            </a:solidFill>
            <a:round/>
          </a:ln>
        </p:spPr>
        <p:txBody>
          <a:bodyPr wrap="none" lIns="162000" anchor="ctr"/>
          <a:p>
            <a:pPr marL="0" lvl="0" indent="0" algn="l" eaLnBrk="1" hangingPunct="1">
              <a:lnSpc>
                <a:spcPct val="130000"/>
              </a:lnSpc>
              <a:spcBef>
                <a:spcPct val="0"/>
              </a:spcBef>
              <a:buSzPct val="80000"/>
              <a:buFont typeface="Wingdings" panose="05000000000000000000" pitchFamily="2" charset="2"/>
              <a:buNone/>
            </a:pPr>
            <a:endParaRPr lang="en-US" altLang="zh-CN" sz="2400" b="1" dirty="0">
              <a:solidFill>
                <a:srgbClr val="1485A4"/>
              </a:solidFill>
              <a:latin typeface="Times New Roman" panose="02020603050405020304" charset="0"/>
              <a:ea typeface="微软雅黑" panose="020B0503020204020204" charset="-122"/>
              <a:sym typeface="+mn-ea"/>
            </a:endParaRPr>
          </a:p>
        </p:txBody>
      </p:sp>
      <p:sp>
        <p:nvSpPr>
          <p:cNvPr id="24" name="文本框 23"/>
          <p:cNvSpPr txBox="1"/>
          <p:nvPr/>
        </p:nvSpPr>
        <p:spPr>
          <a:xfrm>
            <a:off x="575945" y="2440305"/>
            <a:ext cx="2449195" cy="553085"/>
          </a:xfrm>
          <a:prstGeom prst="rect">
            <a:avLst/>
          </a:prstGeom>
          <a:noFill/>
        </p:spPr>
        <p:txBody>
          <a:bodyPr wrap="square" rtlCol="0">
            <a:spAutoFit/>
          </a:bodyPr>
          <a:p>
            <a:pPr algn="ctr"/>
            <a:r>
              <a:rPr lang="en-US" altLang="zh-CN" sz="1500" b="1">
                <a:latin typeface="微软雅黑" panose="020B0503020204020204" charset="-122"/>
                <a:ea typeface="微软雅黑" panose="020B0503020204020204" charset="-122"/>
              </a:rPr>
              <a:t>training matrices</a:t>
            </a:r>
            <a:endParaRPr lang="en-US" altLang="zh-CN" sz="1500" b="1">
              <a:latin typeface="微软雅黑" panose="020B0503020204020204" charset="-122"/>
              <a:ea typeface="微软雅黑" panose="020B0503020204020204" charset="-122"/>
            </a:endParaRPr>
          </a:p>
          <a:p>
            <a:pPr algn="ctr"/>
            <a:r>
              <a:rPr lang="en-US" altLang="zh-CN" sz="1500" b="1">
                <a:latin typeface="微软雅黑" panose="020B0503020204020204" charset="-122"/>
                <a:ea typeface="微软雅黑" panose="020B0503020204020204" charset="-122"/>
              </a:rPr>
              <a:t>(disjoint from test set)</a:t>
            </a:r>
            <a:endParaRPr lang="en-US" altLang="zh-CN" sz="1500" b="1">
              <a:latin typeface="微软雅黑" panose="020B0503020204020204" charset="-122"/>
              <a:ea typeface="微软雅黑" panose="020B0503020204020204" charset="-122"/>
            </a:endParaRPr>
          </a:p>
        </p:txBody>
      </p:sp>
      <p:sp>
        <p:nvSpPr>
          <p:cNvPr id="29" name="圆角矩形 28"/>
          <p:cNvSpPr/>
          <p:nvPr/>
        </p:nvSpPr>
        <p:spPr>
          <a:xfrm>
            <a:off x="575945" y="3445510"/>
            <a:ext cx="2419350" cy="765810"/>
          </a:xfrm>
          <a:prstGeom prst="roundRect">
            <a:avLst/>
          </a:prstGeom>
          <a:solidFill>
            <a:schemeClr val="accent1">
              <a:lumMod val="20000"/>
              <a:lumOff val="80000"/>
            </a:schemeClr>
          </a:solidFill>
          <a:ln w="25400" algn="ctr">
            <a:solidFill>
              <a:schemeClr val="tx1"/>
            </a:solidFill>
            <a:round/>
          </a:ln>
        </p:spPr>
        <p:txBody>
          <a:bodyPr wrap="none" lIns="162000" anchor="ctr"/>
          <a:p>
            <a:pPr marL="0" lvl="0" indent="0" algn="l" eaLnBrk="1" hangingPunct="1">
              <a:lnSpc>
                <a:spcPct val="130000"/>
              </a:lnSpc>
              <a:spcBef>
                <a:spcPct val="0"/>
              </a:spcBef>
              <a:buSzPct val="80000"/>
              <a:buFont typeface="Wingdings" panose="05000000000000000000" pitchFamily="2" charset="2"/>
              <a:buNone/>
            </a:pPr>
            <a:endParaRPr lang="en-US" altLang="zh-CN" sz="2400" b="1" dirty="0">
              <a:solidFill>
                <a:srgbClr val="1485A4"/>
              </a:solidFill>
              <a:latin typeface="Times New Roman" panose="02020603050405020304" charset="0"/>
              <a:ea typeface="微软雅黑" panose="020B0503020204020204" charset="-122"/>
              <a:sym typeface="+mn-ea"/>
            </a:endParaRPr>
          </a:p>
        </p:txBody>
      </p:sp>
      <p:cxnSp>
        <p:nvCxnSpPr>
          <p:cNvPr id="30" name="直接箭头连接符 29"/>
          <p:cNvCxnSpPr/>
          <p:nvPr/>
        </p:nvCxnSpPr>
        <p:spPr>
          <a:xfrm>
            <a:off x="1728470" y="3140710"/>
            <a:ext cx="5080" cy="304800"/>
          </a:xfrm>
          <a:prstGeom prst="straightConnector1">
            <a:avLst/>
          </a:prstGeom>
          <a:ln>
            <a:solidFill>
              <a:schemeClr val="tx1"/>
            </a:solidFill>
            <a:tailEnd type="arrow"/>
          </a:ln>
        </p:spPr>
        <p:style>
          <a:lnRef idx="2">
            <a:schemeClr val="accent1"/>
          </a:lnRef>
          <a:fillRef idx="0">
            <a:srgbClr val="FFFFFF"/>
          </a:fillRef>
          <a:effectRef idx="0">
            <a:srgbClr val="FFFFFF"/>
          </a:effectRef>
          <a:fontRef idx="minor">
            <a:schemeClr val="tx1"/>
          </a:fontRef>
        </p:style>
      </p:cxnSp>
      <p:pic>
        <p:nvPicPr>
          <p:cNvPr id="37" name="图片 36" descr="放大镜"/>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718820" y="3582670"/>
            <a:ext cx="428625" cy="428625"/>
          </a:xfrm>
          <a:prstGeom prst="rect">
            <a:avLst/>
          </a:prstGeom>
        </p:spPr>
      </p:pic>
      <p:sp>
        <p:nvSpPr>
          <p:cNvPr id="41" name="文本框 40"/>
          <p:cNvSpPr txBox="1"/>
          <p:nvPr/>
        </p:nvSpPr>
        <p:spPr>
          <a:xfrm>
            <a:off x="1147445" y="3529330"/>
            <a:ext cx="1774825" cy="553085"/>
          </a:xfrm>
          <a:prstGeom prst="rect">
            <a:avLst/>
          </a:prstGeom>
          <a:noFill/>
        </p:spPr>
        <p:txBody>
          <a:bodyPr wrap="square" rtlCol="0">
            <a:spAutoFit/>
          </a:bodyPr>
          <a:p>
            <a:pPr algn="ctr"/>
            <a:r>
              <a:rPr lang="en-US" altLang="zh-CN" sz="1500" b="1">
                <a:latin typeface="微软雅黑" panose="020B0503020204020204" charset="-122"/>
                <a:ea typeface="微软雅黑" panose="020B0503020204020204" charset="-122"/>
              </a:rPr>
              <a:t>Profiling &amp;</a:t>
            </a:r>
            <a:endParaRPr lang="en-US" altLang="zh-CN" sz="1500" b="1">
              <a:latin typeface="微软雅黑" panose="020B0503020204020204" charset="-122"/>
              <a:ea typeface="微软雅黑" panose="020B0503020204020204" charset="-122"/>
            </a:endParaRPr>
          </a:p>
          <a:p>
            <a:pPr algn="ctr"/>
            <a:r>
              <a:rPr lang="en-US" altLang="zh-CN" sz="1500" b="1">
                <a:latin typeface="微软雅黑" panose="020B0503020204020204" charset="-122"/>
                <a:ea typeface="微软雅黑" panose="020B0503020204020204" charset="-122"/>
              </a:rPr>
              <a:t>threshold search</a:t>
            </a:r>
            <a:endParaRPr lang="en-US" altLang="zh-CN" sz="1500" b="1">
              <a:latin typeface="微软雅黑" panose="020B0503020204020204" charset="-122"/>
              <a:ea typeface="微软雅黑" panose="020B0503020204020204" charset="-122"/>
            </a:endParaRPr>
          </a:p>
        </p:txBody>
      </p:sp>
      <p:sp>
        <p:nvSpPr>
          <p:cNvPr id="42" name="圆角矩形 41"/>
          <p:cNvSpPr/>
          <p:nvPr/>
        </p:nvSpPr>
        <p:spPr>
          <a:xfrm>
            <a:off x="575945" y="4531995"/>
            <a:ext cx="2419350" cy="662940"/>
          </a:xfrm>
          <a:prstGeom prst="roundRect">
            <a:avLst/>
          </a:prstGeom>
          <a:noFill/>
          <a:ln w="25400" algn="ctr">
            <a:solidFill>
              <a:schemeClr val="tx1"/>
            </a:solidFill>
            <a:prstDash val="dash"/>
            <a:round/>
          </a:ln>
        </p:spPr>
        <p:txBody>
          <a:bodyPr wrap="none" lIns="162000" anchor="ctr"/>
          <a:p>
            <a:pPr marL="0" lvl="0" indent="0" algn="l" eaLnBrk="1" hangingPunct="1">
              <a:lnSpc>
                <a:spcPct val="130000"/>
              </a:lnSpc>
              <a:spcBef>
                <a:spcPct val="0"/>
              </a:spcBef>
              <a:buSzPct val="80000"/>
              <a:buFont typeface="Wingdings" panose="05000000000000000000" pitchFamily="2" charset="2"/>
              <a:buNone/>
            </a:pPr>
            <a:endParaRPr lang="en-US" altLang="zh-CN" sz="2400" b="1" dirty="0">
              <a:solidFill>
                <a:srgbClr val="1485A4"/>
              </a:solidFill>
              <a:latin typeface="Times New Roman" panose="02020603050405020304" charset="0"/>
              <a:ea typeface="微软雅黑" panose="020B0503020204020204" charset="-122"/>
              <a:sym typeface="+mn-ea"/>
            </a:endParaRPr>
          </a:p>
        </p:txBody>
      </p:sp>
      <p:cxnSp>
        <p:nvCxnSpPr>
          <p:cNvPr id="43" name="直接箭头连接符 42"/>
          <p:cNvCxnSpPr/>
          <p:nvPr/>
        </p:nvCxnSpPr>
        <p:spPr>
          <a:xfrm>
            <a:off x="1733550" y="4211320"/>
            <a:ext cx="0" cy="356235"/>
          </a:xfrm>
          <a:prstGeom prst="straightConnector1">
            <a:avLst/>
          </a:prstGeom>
          <a:ln>
            <a:solidFill>
              <a:schemeClr val="tx1"/>
            </a:solidFill>
            <a:tailEnd type="arrow"/>
          </a:ln>
        </p:spPr>
        <p:style>
          <a:lnRef idx="2">
            <a:schemeClr val="accent1"/>
          </a:lnRef>
          <a:fillRef idx="0">
            <a:srgbClr val="FFFFFF"/>
          </a:fillRef>
          <a:effectRef idx="0">
            <a:srgbClr val="FFFFFF"/>
          </a:effectRef>
          <a:fontRef idx="minor">
            <a:schemeClr val="tx1"/>
          </a:fontRef>
        </p:style>
      </p:cxnSp>
      <p:sp>
        <p:nvSpPr>
          <p:cNvPr id="44" name="文本框 43"/>
          <p:cNvSpPr txBox="1"/>
          <p:nvPr/>
        </p:nvSpPr>
        <p:spPr>
          <a:xfrm>
            <a:off x="614680" y="4597400"/>
            <a:ext cx="2339975" cy="553085"/>
          </a:xfrm>
          <a:prstGeom prst="rect">
            <a:avLst/>
          </a:prstGeom>
          <a:noFill/>
        </p:spPr>
        <p:txBody>
          <a:bodyPr wrap="square" rtlCol="0">
            <a:spAutoFit/>
          </a:bodyPr>
          <a:p>
            <a:pPr algn="ctr"/>
            <a:r>
              <a:rPr lang="en-US" altLang="zh-CN" sz="1500" b="1">
                <a:latin typeface="微软雅黑" panose="020B0503020204020204" charset="-122"/>
                <a:ea typeface="微软雅黑" panose="020B0503020204020204" charset="-122"/>
              </a:rPr>
              <a:t>Chosen </a:t>
            </a:r>
            <a:r>
              <a:rPr lang="en-US" altLang="zh-CN" sz="1500" b="1">
                <a:latin typeface="微软雅黑" panose="020B0503020204020204" charset="-122"/>
                <a:ea typeface="微软雅黑" panose="020B0503020204020204" charset="-122"/>
                <a:sym typeface="+mn-ea"/>
              </a:rPr>
              <a:t>thresholds:</a:t>
            </a:r>
            <a:br>
              <a:rPr lang="en-US" altLang="zh-CN" sz="1500" b="1">
                <a:latin typeface="微软雅黑" panose="020B0503020204020204" charset="-122"/>
                <a:ea typeface="微软雅黑" panose="020B0503020204020204" charset="-122"/>
                <a:sym typeface="+mn-ea"/>
              </a:rPr>
            </a:br>
            <a:r>
              <a:rPr lang="en-US" altLang="zh-CN" sz="1500" b="1">
                <a:latin typeface="微软雅黑" panose="020B0503020204020204" charset="-122"/>
                <a:ea typeface="微软雅黑" panose="020B0503020204020204" charset="-122"/>
                <a:sym typeface="+mn-ea"/>
              </a:rPr>
              <a:t>α, β, γ</a:t>
            </a:r>
            <a:r>
              <a:rPr lang="en-US" altLang="zh-CN" sz="1500" b="1">
                <a:latin typeface="微软雅黑" panose="020B0503020204020204" charset="-122"/>
                <a:ea typeface="微软雅黑" panose="020B0503020204020204" charset="-122"/>
              </a:rPr>
              <a:t>  </a:t>
            </a:r>
            <a:endParaRPr lang="en-US" altLang="zh-CN" sz="1500" b="1">
              <a:latin typeface="微软雅黑" panose="020B0503020204020204" charset="-122"/>
              <a:ea typeface="微软雅黑" panose="020B0503020204020204" charset="-122"/>
            </a:endParaRPr>
          </a:p>
        </p:txBody>
      </p:sp>
      <p:sp>
        <p:nvSpPr>
          <p:cNvPr id="45" name="文本框 44"/>
          <p:cNvSpPr txBox="1"/>
          <p:nvPr/>
        </p:nvSpPr>
        <p:spPr>
          <a:xfrm>
            <a:off x="5262880" y="1191895"/>
            <a:ext cx="2275205" cy="368300"/>
          </a:xfrm>
          <a:prstGeom prst="rect">
            <a:avLst/>
          </a:prstGeom>
          <a:noFill/>
        </p:spPr>
        <p:txBody>
          <a:bodyPr wrap="square" rtlCol="0">
            <a:spAutoFit/>
          </a:bodyPr>
          <a:p>
            <a:r>
              <a:rPr lang="zh-CN" altLang="en-US"/>
              <a:t>公式列在这加粗</a:t>
            </a:r>
            <a:endParaRPr lang="en-US" altLang="zh-CN"/>
          </a:p>
        </p:txBody>
      </p:sp>
      <p:sp>
        <p:nvSpPr>
          <p:cNvPr id="46" name="圆角矩形 45"/>
          <p:cNvSpPr/>
          <p:nvPr/>
        </p:nvSpPr>
        <p:spPr>
          <a:xfrm>
            <a:off x="4784090" y="2195830"/>
            <a:ext cx="2419350" cy="396240"/>
          </a:xfrm>
          <a:prstGeom prst="roundRect">
            <a:avLst/>
          </a:prstGeom>
          <a:solidFill>
            <a:schemeClr val="bg1">
              <a:lumMod val="95000"/>
            </a:schemeClr>
          </a:solidFill>
          <a:ln w="25400" algn="ctr">
            <a:solidFill>
              <a:schemeClr val="tx1"/>
            </a:solidFill>
            <a:round/>
          </a:ln>
        </p:spPr>
        <p:txBody>
          <a:bodyPr wrap="none" lIns="162000" anchor="ctr"/>
          <a:p>
            <a:pPr marL="0" lvl="0" indent="0" algn="l" eaLnBrk="1" hangingPunct="1">
              <a:lnSpc>
                <a:spcPct val="130000"/>
              </a:lnSpc>
              <a:spcBef>
                <a:spcPct val="0"/>
              </a:spcBef>
              <a:buSzPct val="80000"/>
              <a:buFont typeface="Wingdings" panose="05000000000000000000" pitchFamily="2" charset="2"/>
              <a:buNone/>
            </a:pPr>
            <a:endParaRPr lang="en-US" altLang="zh-CN" sz="2400" b="1" dirty="0">
              <a:solidFill>
                <a:srgbClr val="1485A4"/>
              </a:solidFill>
              <a:latin typeface="Times New Roman" panose="02020603050405020304" charset="0"/>
              <a:ea typeface="微软雅黑" panose="020B0503020204020204" charset="-122"/>
              <a:sym typeface="+mn-ea"/>
            </a:endParaRPr>
          </a:p>
        </p:txBody>
      </p:sp>
      <p:sp>
        <p:nvSpPr>
          <p:cNvPr id="47" name="文本框 46"/>
          <p:cNvSpPr txBox="1"/>
          <p:nvPr/>
        </p:nvSpPr>
        <p:spPr>
          <a:xfrm>
            <a:off x="4940300" y="2223135"/>
            <a:ext cx="2106930" cy="321945"/>
          </a:xfrm>
          <a:prstGeom prst="rect">
            <a:avLst/>
          </a:prstGeom>
          <a:noFill/>
        </p:spPr>
        <p:txBody>
          <a:bodyPr wrap="square" rtlCol="0">
            <a:spAutoFit/>
          </a:bodyPr>
          <a:p>
            <a:r>
              <a:rPr lang="en-US" altLang="zh-CN" sz="1500" b="1">
                <a:latin typeface="微软雅黑" panose="020B0503020204020204" charset="-122"/>
                <a:ea typeface="微软雅黑" panose="020B0503020204020204" charset="-122"/>
              </a:rPr>
              <a:t>Input sparse matrix</a:t>
            </a:r>
            <a:endParaRPr lang="en-US" altLang="zh-CN" sz="1500" b="1">
              <a:latin typeface="微软雅黑" panose="020B0503020204020204" charset="-122"/>
              <a:ea typeface="微软雅黑" panose="020B0503020204020204" charset="-122"/>
            </a:endParaRPr>
          </a:p>
        </p:txBody>
      </p:sp>
      <p:sp>
        <p:nvSpPr>
          <p:cNvPr id="51" name="圆角矩形 50"/>
          <p:cNvSpPr/>
          <p:nvPr/>
        </p:nvSpPr>
        <p:spPr>
          <a:xfrm>
            <a:off x="4274820" y="3143885"/>
            <a:ext cx="3420745" cy="937895"/>
          </a:xfrm>
          <a:prstGeom prst="roundRect">
            <a:avLst>
              <a:gd name="adj" fmla="val 7004"/>
            </a:avLst>
          </a:prstGeom>
          <a:solidFill>
            <a:srgbClr val="E2EAFD"/>
          </a:solidFill>
          <a:ln w="25400" algn="ctr">
            <a:solidFill>
              <a:schemeClr val="tx1"/>
            </a:solidFill>
            <a:round/>
          </a:ln>
        </p:spPr>
        <p:txBody>
          <a:bodyPr wrap="none" lIns="162000" anchor="ctr"/>
          <a:p>
            <a:pPr marL="0" lvl="0" indent="0" algn="l" eaLnBrk="1" hangingPunct="1">
              <a:lnSpc>
                <a:spcPct val="130000"/>
              </a:lnSpc>
              <a:spcBef>
                <a:spcPct val="0"/>
              </a:spcBef>
              <a:buSzPct val="80000"/>
              <a:buFont typeface="Wingdings" panose="05000000000000000000" pitchFamily="2" charset="2"/>
              <a:buNone/>
            </a:pPr>
            <a:endParaRPr lang="en-US" altLang="zh-CN" sz="2400" b="1" dirty="0">
              <a:solidFill>
                <a:srgbClr val="1485A4"/>
              </a:solidFill>
              <a:latin typeface="Times New Roman" panose="02020603050405020304" charset="0"/>
              <a:ea typeface="微软雅黑" panose="020B0503020204020204" charset="-122"/>
              <a:sym typeface="+mn-ea"/>
            </a:endParaRPr>
          </a:p>
        </p:txBody>
      </p:sp>
      <p:sp>
        <p:nvSpPr>
          <p:cNvPr id="52" name="文本框 51"/>
          <p:cNvSpPr txBox="1"/>
          <p:nvPr/>
        </p:nvSpPr>
        <p:spPr>
          <a:xfrm>
            <a:off x="4912995" y="2821940"/>
            <a:ext cx="2134235" cy="306705"/>
          </a:xfrm>
          <a:prstGeom prst="rect">
            <a:avLst/>
          </a:prstGeom>
          <a:noFill/>
        </p:spPr>
        <p:txBody>
          <a:bodyPr wrap="square" rtlCol="0">
            <a:spAutoFit/>
          </a:bodyPr>
          <a:p>
            <a:r>
              <a:rPr lang="en-US" altLang="zh-CN" sz="1400" b="1">
                <a:latin typeface="微软雅黑" panose="020B0503020204020204" charset="-122"/>
                <a:ea typeface="微软雅黑" panose="020B0503020204020204" charset="-122"/>
              </a:rPr>
              <a:t>CPU Dispatch Module</a:t>
            </a:r>
            <a:endParaRPr lang="en-US" altLang="zh-CN" sz="1400" b="1">
              <a:latin typeface="微软雅黑" panose="020B0503020204020204" charset="-122"/>
              <a:ea typeface="微软雅黑" panose="020B0503020204020204" charset="-122"/>
            </a:endParaRPr>
          </a:p>
        </p:txBody>
      </p:sp>
      <p:sp>
        <p:nvSpPr>
          <p:cNvPr id="53" name="文本框 52"/>
          <p:cNvSpPr txBox="1"/>
          <p:nvPr/>
        </p:nvSpPr>
        <p:spPr>
          <a:xfrm>
            <a:off x="5120005" y="3098165"/>
            <a:ext cx="1885950" cy="306705"/>
          </a:xfrm>
          <a:prstGeom prst="rect">
            <a:avLst/>
          </a:prstGeom>
          <a:noFill/>
        </p:spPr>
        <p:txBody>
          <a:bodyPr wrap="square" rtlCol="0">
            <a:spAutoFit/>
          </a:bodyPr>
          <a:p>
            <a:r>
              <a:rPr lang="en-US" altLang="zh-CN" sz="1400" b="1">
                <a:latin typeface="微软雅黑" panose="020B0503020204020204" charset="-122"/>
                <a:ea typeface="微软雅黑" panose="020B0503020204020204" charset="-122"/>
              </a:rPr>
              <a:t>Feature extraction</a:t>
            </a:r>
            <a:endParaRPr lang="en-US" altLang="zh-CN" sz="1400" b="1">
              <a:latin typeface="微软雅黑" panose="020B0503020204020204" charset="-122"/>
              <a:ea typeface="微软雅黑" panose="020B0503020204020204" charset="-122"/>
            </a:endParaRPr>
          </a:p>
        </p:txBody>
      </p:sp>
      <mc:AlternateContent xmlns:mc="http://schemas.openxmlformats.org/markup-compatibility/2006">
        <mc:Choice xmlns:a14="http://schemas.microsoft.com/office/drawing/2010/main" Requires="a14">
          <p:sp>
            <p:nvSpPr>
              <p:cNvPr id="54" name="文本框 53"/>
              <p:cNvSpPr txBox="1"/>
              <p:nvPr/>
            </p:nvSpPr>
            <p:spPr>
              <a:xfrm>
                <a:off x="4313555" y="3340735"/>
                <a:ext cx="3224530" cy="737235"/>
              </a:xfrm>
              <a:prstGeom prst="rect">
                <a:avLst/>
              </a:prstGeom>
              <a:noFill/>
            </p:spPr>
            <p:txBody>
              <a:bodyPr wrap="square" rtlCol="0">
                <a:spAutoFit/>
              </a:bodyPr>
              <a:p>
                <a:pPr marL="285750" indent="-285750">
                  <a:buFont typeface="Wingdings" panose="05000000000000000000" charset="0"/>
                  <a:buChar char="l"/>
                </a:pPr>
                <a:r>
                  <a:rPr lang="en-US" altLang="zh-CN" sz="1400" b="1"/>
                  <a:t>n: </a:t>
                </a:r>
                <a:r>
                  <a:rPr lang="en-US" altLang="zh-CN" sz="1400" b="1"/>
                  <a:t>matrix row number</a:t>
                </a:r>
                <a:endParaRPr lang="en-US" altLang="zh-CN" sz="1400" b="1"/>
              </a:p>
              <a:p>
                <a:pPr marL="285750" indent="-285750">
                  <a:buFont typeface="Wingdings" panose="05000000000000000000" charset="0"/>
                  <a:buChar char="l"/>
                </a:pPr>
                <a14:m>
                  <m:oMath xmlns:m="http://schemas.openxmlformats.org/officeDocument/2006/math">
                    <m:r>
                      <a:rPr lang="en-US" altLang="zh-CN" sz="1400" b="1" i="1">
                        <a:latin typeface="Cambria Math" panose="02040503050406030204" charset="0"/>
                        <a:cs typeface="Cambria Math" panose="02040503050406030204" charset="0"/>
                      </a:rPr>
                      <m:t>𝝈</m:t>
                    </m:r>
                  </m:oMath>
                </a14:m>
                <a:r>
                  <a:rPr lang="en-US" altLang="zh-CN" sz="1400" b="1"/>
                  <a:t>: duplication/ fan-in indicator</a:t>
                </a:r>
                <a:endParaRPr lang="en-US" altLang="zh-CN" sz="1400" b="1"/>
              </a:p>
              <a:p>
                <a:pPr marL="285750" indent="-285750">
                  <a:buFont typeface="Wingdings" panose="05000000000000000000" charset="0"/>
                  <a:buChar char="l"/>
                </a:pPr>
                <a:r>
                  <a:rPr lang="en-US" altLang="zh-CN" sz="1400" b="1"/>
                  <a:t>flop: total arithmetic work</a:t>
                </a:r>
                <a:endParaRPr lang="en-US" altLang="zh-CN" sz="1400" b="1"/>
              </a:p>
            </p:txBody>
          </p:sp>
        </mc:Choice>
        <mc:Fallback>
          <p:sp>
            <p:nvSpPr>
              <p:cNvPr id="54" name="文本框 53"/>
              <p:cNvSpPr txBox="1">
                <a:spLocks noRot="1" noChangeAspect="1" noMove="1" noResize="1" noEditPoints="1" noAdjustHandles="1" noChangeArrowheads="1" noChangeShapeType="1" noTextEdit="1"/>
              </p:cNvSpPr>
              <p:nvPr/>
            </p:nvSpPr>
            <p:spPr>
              <a:xfrm>
                <a:off x="4313555" y="3340735"/>
                <a:ext cx="3224530" cy="737235"/>
              </a:xfrm>
              <a:prstGeom prst="rect">
                <a:avLst/>
              </a:prstGeom>
              <a:blipFill rotWithShape="1">
                <a:blip r:embed="rId12"/>
                <a:stretch>
                  <a:fillRect/>
                </a:stretch>
              </a:blipFill>
            </p:spPr>
            <p:txBody>
              <a:bodyPr/>
              <a:lstStyle/>
              <a:p>
                <a:r>
                  <a:rPr lang="zh-CN" altLang="en-US">
                    <a:noFill/>
                  </a:rPr>
                  <a:t> </a:t>
                </a:r>
              </a:p>
            </p:txBody>
          </p:sp>
        </mc:Fallback>
      </mc:AlternateContent>
      <p:sp>
        <p:nvSpPr>
          <p:cNvPr id="56" name="圆角矩形 55"/>
          <p:cNvSpPr/>
          <p:nvPr/>
        </p:nvSpPr>
        <p:spPr>
          <a:xfrm>
            <a:off x="9406255" y="2326005"/>
            <a:ext cx="812165" cy="570230"/>
          </a:xfrm>
          <a:prstGeom prst="roundRect">
            <a:avLst/>
          </a:prstGeom>
          <a:solidFill>
            <a:srgbClr val="E2EAFD"/>
          </a:solidFill>
          <a:ln w="25400" algn="ctr">
            <a:solidFill>
              <a:schemeClr val="tx1"/>
            </a:solidFill>
            <a:round/>
          </a:ln>
        </p:spPr>
        <p:txBody>
          <a:bodyPr wrap="none" lIns="162000" anchor="ctr"/>
          <a:p>
            <a:pPr marL="0" lvl="0" indent="0" algn="l" eaLnBrk="1" hangingPunct="1">
              <a:lnSpc>
                <a:spcPct val="130000"/>
              </a:lnSpc>
              <a:spcBef>
                <a:spcPct val="0"/>
              </a:spcBef>
              <a:buSzPct val="80000"/>
              <a:buFont typeface="Wingdings" panose="05000000000000000000" pitchFamily="2" charset="2"/>
              <a:buNone/>
            </a:pPr>
            <a:endParaRPr lang="en-US" altLang="zh-CN" sz="2400" b="1" dirty="0">
              <a:solidFill>
                <a:srgbClr val="1485A4"/>
              </a:solidFill>
              <a:latin typeface="Times New Roman" panose="02020603050405020304" charset="0"/>
              <a:ea typeface="微软雅黑" panose="020B0503020204020204" charset="-122"/>
              <a:sym typeface="+mn-ea"/>
            </a:endParaRPr>
          </a:p>
        </p:txBody>
      </p:sp>
      <p:sp>
        <p:nvSpPr>
          <p:cNvPr id="57" name="文本框 56"/>
          <p:cNvSpPr txBox="1"/>
          <p:nvPr/>
        </p:nvSpPr>
        <p:spPr>
          <a:xfrm>
            <a:off x="9319895" y="2385060"/>
            <a:ext cx="984885" cy="460375"/>
          </a:xfrm>
          <a:prstGeom prst="rect">
            <a:avLst/>
          </a:prstGeom>
          <a:noFill/>
        </p:spPr>
        <p:txBody>
          <a:bodyPr wrap="square" rtlCol="0">
            <a:spAutoFit/>
          </a:bodyPr>
          <a:p>
            <a:pPr algn="ctr"/>
            <a:r>
              <a:rPr lang="en-US" altLang="zh-CN" sz="1200" b="1">
                <a:latin typeface="微软雅黑" panose="020B0503020204020204" charset="-122"/>
                <a:ea typeface="微软雅黑" panose="020B0503020204020204" charset="-122"/>
              </a:rPr>
              <a:t>workload</a:t>
            </a:r>
            <a:endParaRPr lang="en-US" altLang="zh-CN" sz="1200" b="1">
              <a:latin typeface="微软雅黑" panose="020B0503020204020204" charset="-122"/>
              <a:ea typeface="微软雅黑" panose="020B0503020204020204" charset="-122"/>
            </a:endParaRPr>
          </a:p>
          <a:p>
            <a:pPr algn="ctr"/>
            <a:r>
              <a:rPr lang="en-US" altLang="zh-CN" sz="1200" b="1">
                <a:latin typeface="微软雅黑" panose="020B0503020204020204" charset="-122"/>
                <a:ea typeface="微软雅黑" panose="020B0503020204020204" charset="-122"/>
              </a:rPr>
              <a:t>selection</a:t>
            </a:r>
            <a:endParaRPr lang="en-US" altLang="zh-CN" sz="1200" b="1">
              <a:latin typeface="微软雅黑" panose="020B0503020204020204" charset="-122"/>
              <a:ea typeface="微软雅黑" panose="020B0503020204020204" charset="-122"/>
            </a:endParaRPr>
          </a:p>
        </p:txBody>
      </p:sp>
      <p:cxnSp>
        <p:nvCxnSpPr>
          <p:cNvPr id="58" name="直接连接符 57"/>
          <p:cNvCxnSpPr/>
          <p:nvPr/>
        </p:nvCxnSpPr>
        <p:spPr>
          <a:xfrm>
            <a:off x="9368790" y="2889250"/>
            <a:ext cx="744220" cy="6985"/>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sp>
        <p:nvSpPr>
          <p:cNvPr id="59" name="圆角矩形 58"/>
          <p:cNvSpPr/>
          <p:nvPr/>
        </p:nvSpPr>
        <p:spPr>
          <a:xfrm>
            <a:off x="9513570" y="3295650"/>
            <a:ext cx="1156970" cy="570230"/>
          </a:xfrm>
          <a:prstGeom prst="roundRect">
            <a:avLst/>
          </a:prstGeom>
          <a:solidFill>
            <a:schemeClr val="accent1">
              <a:lumMod val="20000"/>
              <a:lumOff val="80000"/>
            </a:schemeClr>
          </a:solidFill>
          <a:ln w="25400" algn="ctr">
            <a:solidFill>
              <a:schemeClr val="tx1"/>
            </a:solidFill>
            <a:round/>
          </a:ln>
        </p:spPr>
        <p:txBody>
          <a:bodyPr wrap="none" lIns="162000" anchor="ctr"/>
          <a:p>
            <a:pPr marL="0" lvl="0" indent="0" algn="l" eaLnBrk="1" hangingPunct="1">
              <a:lnSpc>
                <a:spcPct val="130000"/>
              </a:lnSpc>
              <a:spcBef>
                <a:spcPct val="0"/>
              </a:spcBef>
              <a:buSzPct val="80000"/>
              <a:buFont typeface="Wingdings" panose="05000000000000000000" pitchFamily="2" charset="2"/>
              <a:buNone/>
            </a:pPr>
            <a:endParaRPr lang="en-US" altLang="zh-CN" sz="2400" b="1" dirty="0">
              <a:solidFill>
                <a:srgbClr val="1485A4"/>
              </a:solidFill>
              <a:latin typeface="Times New Roman" panose="02020603050405020304" charset="0"/>
              <a:ea typeface="微软雅黑" panose="020B0503020204020204" charset="-122"/>
              <a:sym typeface="+mn-ea"/>
            </a:endParaRPr>
          </a:p>
        </p:txBody>
      </p:sp>
      <p:sp>
        <p:nvSpPr>
          <p:cNvPr id="60" name="文本框 59"/>
          <p:cNvSpPr txBox="1"/>
          <p:nvPr/>
        </p:nvSpPr>
        <p:spPr>
          <a:xfrm>
            <a:off x="9513570" y="3354705"/>
            <a:ext cx="1156970" cy="460375"/>
          </a:xfrm>
          <a:prstGeom prst="rect">
            <a:avLst/>
          </a:prstGeom>
          <a:noFill/>
        </p:spPr>
        <p:txBody>
          <a:bodyPr wrap="square" rtlCol="0">
            <a:spAutoFit/>
          </a:bodyPr>
          <a:p>
            <a:pPr algn="ctr"/>
            <a:r>
              <a:rPr lang="en-US" altLang="zh-CN" sz="1200" b="1">
                <a:latin typeface="微软雅黑" panose="020B0503020204020204" charset="-122"/>
                <a:ea typeface="微软雅黑" panose="020B0503020204020204" charset="-122"/>
              </a:rPr>
              <a:t>data</a:t>
            </a:r>
            <a:endParaRPr lang="en-US" altLang="zh-CN" sz="1200" b="1">
              <a:latin typeface="微软雅黑" panose="020B0503020204020204" charset="-122"/>
              <a:ea typeface="微软雅黑" panose="020B0503020204020204" charset="-122"/>
            </a:endParaRPr>
          </a:p>
          <a:p>
            <a:pPr algn="ctr"/>
            <a:r>
              <a:rPr lang="en-US" altLang="zh-CN" sz="1200" b="1">
                <a:latin typeface="微软雅黑" panose="020B0503020204020204" charset="-122"/>
                <a:ea typeface="微软雅黑" panose="020B0503020204020204" charset="-122"/>
              </a:rPr>
              <a:t>transfer</a:t>
            </a:r>
            <a:endParaRPr lang="en-US" altLang="zh-CN" sz="1200" b="1">
              <a:latin typeface="微软雅黑" panose="020B0503020204020204" charset="-122"/>
              <a:ea typeface="微软雅黑" panose="020B0503020204020204" charset="-122"/>
            </a:endParaRPr>
          </a:p>
        </p:txBody>
      </p:sp>
      <p:cxnSp>
        <p:nvCxnSpPr>
          <p:cNvPr id="61" name="直接连接符 60"/>
          <p:cNvCxnSpPr/>
          <p:nvPr/>
        </p:nvCxnSpPr>
        <p:spPr>
          <a:xfrm>
            <a:off x="9368790" y="3858895"/>
            <a:ext cx="744220" cy="6985"/>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sp>
        <p:nvSpPr>
          <p:cNvPr id="62" name="圆角矩形 61"/>
          <p:cNvSpPr/>
          <p:nvPr/>
        </p:nvSpPr>
        <p:spPr>
          <a:xfrm>
            <a:off x="10219055" y="4276725"/>
            <a:ext cx="1430655" cy="569595"/>
          </a:xfrm>
          <a:prstGeom prst="roundRect">
            <a:avLst/>
          </a:prstGeom>
          <a:solidFill>
            <a:schemeClr val="accent6">
              <a:lumMod val="20000"/>
              <a:lumOff val="80000"/>
            </a:schemeClr>
          </a:solidFill>
          <a:ln w="25400" algn="ctr">
            <a:solidFill>
              <a:schemeClr val="tx1"/>
            </a:solidFill>
            <a:round/>
          </a:ln>
        </p:spPr>
        <p:txBody>
          <a:bodyPr wrap="none" lIns="162000" anchor="ctr"/>
          <a:p>
            <a:pPr marL="0" lvl="0" indent="0" algn="l" eaLnBrk="1" hangingPunct="1">
              <a:lnSpc>
                <a:spcPct val="130000"/>
              </a:lnSpc>
              <a:spcBef>
                <a:spcPct val="0"/>
              </a:spcBef>
              <a:buSzPct val="80000"/>
              <a:buFont typeface="Wingdings" panose="05000000000000000000" pitchFamily="2" charset="2"/>
              <a:buNone/>
            </a:pPr>
            <a:endParaRPr lang="en-US" altLang="zh-CN" sz="2400" b="1" dirty="0">
              <a:solidFill>
                <a:srgbClr val="1485A4"/>
              </a:solidFill>
              <a:latin typeface="Times New Roman" panose="02020603050405020304" charset="0"/>
              <a:ea typeface="微软雅黑" panose="020B0503020204020204" charset="-122"/>
              <a:sym typeface="+mn-ea"/>
            </a:endParaRPr>
          </a:p>
        </p:txBody>
      </p:sp>
      <p:sp>
        <p:nvSpPr>
          <p:cNvPr id="63" name="文本框 62"/>
          <p:cNvSpPr txBox="1"/>
          <p:nvPr/>
        </p:nvSpPr>
        <p:spPr>
          <a:xfrm>
            <a:off x="10073005" y="4397375"/>
            <a:ext cx="1722755" cy="275590"/>
          </a:xfrm>
          <a:prstGeom prst="rect">
            <a:avLst/>
          </a:prstGeom>
          <a:noFill/>
        </p:spPr>
        <p:txBody>
          <a:bodyPr wrap="square" rtlCol="0">
            <a:spAutoFit/>
          </a:bodyPr>
          <a:p>
            <a:pPr algn="ctr"/>
            <a:r>
              <a:rPr lang="en-US" altLang="zh-CN" sz="1200" b="1">
                <a:latin typeface="微软雅黑" panose="020B0503020204020204" charset="-122"/>
                <a:ea typeface="微软雅黑" panose="020B0503020204020204" charset="-122"/>
              </a:rPr>
              <a:t>GPU compute</a:t>
            </a:r>
            <a:endParaRPr lang="en-US" altLang="zh-CN" sz="1200" b="1">
              <a:latin typeface="微软雅黑" panose="020B0503020204020204" charset="-122"/>
              <a:ea typeface="微软雅黑" panose="020B0503020204020204" charset="-122"/>
            </a:endParaRPr>
          </a:p>
        </p:txBody>
      </p:sp>
      <p:cxnSp>
        <p:nvCxnSpPr>
          <p:cNvPr id="74" name="直接箭头连接符 73"/>
          <p:cNvCxnSpPr/>
          <p:nvPr/>
        </p:nvCxnSpPr>
        <p:spPr>
          <a:xfrm>
            <a:off x="9495790" y="4848860"/>
            <a:ext cx="2365375" cy="1905"/>
          </a:xfrm>
          <a:prstGeom prst="straightConnector1">
            <a:avLst/>
          </a:prstGeom>
          <a:ln>
            <a:solidFill>
              <a:schemeClr val="tx1"/>
            </a:solidFill>
            <a:tailEnd type="arrow"/>
          </a:ln>
        </p:spPr>
        <p:style>
          <a:lnRef idx="2">
            <a:schemeClr val="accent1"/>
          </a:lnRef>
          <a:fillRef idx="0">
            <a:srgbClr val="FFFFFF"/>
          </a:fillRef>
          <a:effectRef idx="0">
            <a:srgbClr val="FFFFFF"/>
          </a:effectRef>
          <a:fontRef idx="minor">
            <a:schemeClr val="tx1"/>
          </a:fontRef>
        </p:style>
      </p:cxnSp>
      <p:cxnSp>
        <p:nvCxnSpPr>
          <p:cNvPr id="75" name="直接箭头连接符 74"/>
          <p:cNvCxnSpPr/>
          <p:nvPr/>
        </p:nvCxnSpPr>
        <p:spPr>
          <a:xfrm flipV="1">
            <a:off x="10995025" y="2611755"/>
            <a:ext cx="398780" cy="635"/>
          </a:xfrm>
          <a:prstGeom prst="straightConnector1">
            <a:avLst/>
          </a:prstGeom>
          <a:ln>
            <a:solidFill>
              <a:schemeClr val="tx1"/>
            </a:solidFill>
            <a:tailEnd type="arrow"/>
          </a:ln>
        </p:spPr>
        <p:style>
          <a:lnRef idx="2">
            <a:schemeClr val="accent1"/>
          </a:lnRef>
          <a:fillRef idx="0">
            <a:srgbClr val="FFFFFF"/>
          </a:fillRef>
          <a:effectRef idx="0">
            <a:srgbClr val="FFFFFF"/>
          </a:effectRef>
          <a:fontRef idx="minor">
            <a:schemeClr val="tx1"/>
          </a:fontRef>
        </p:style>
      </p:cxnSp>
      <p:cxnSp>
        <p:nvCxnSpPr>
          <p:cNvPr id="97" name="直接连接符 96"/>
          <p:cNvCxnSpPr/>
          <p:nvPr/>
        </p:nvCxnSpPr>
        <p:spPr>
          <a:xfrm>
            <a:off x="10458450" y="2607945"/>
            <a:ext cx="529590" cy="3810"/>
          </a:xfrm>
          <a:prstGeom prst="line">
            <a:avLst/>
          </a:prstGeom>
          <a:ln>
            <a:solidFill>
              <a:schemeClr val="tx1"/>
            </a:solidFill>
            <a:prstDash val="dash"/>
          </a:ln>
        </p:spPr>
        <p:style>
          <a:lnRef idx="2">
            <a:schemeClr val="accent1"/>
          </a:lnRef>
          <a:fillRef idx="0">
            <a:srgbClr val="FFFFFF"/>
          </a:fillRef>
          <a:effectRef idx="0">
            <a:srgbClr val="FFFFFF"/>
          </a:effectRef>
          <a:fontRef idx="minor">
            <a:schemeClr val="tx1"/>
          </a:fontRef>
        </p:style>
      </p:cxnSp>
      <p:cxnSp>
        <p:nvCxnSpPr>
          <p:cNvPr id="102" name="直接连接符 101"/>
          <p:cNvCxnSpPr>
            <a:stCxn id="60" idx="3"/>
          </p:cNvCxnSpPr>
          <p:nvPr/>
        </p:nvCxnSpPr>
        <p:spPr>
          <a:xfrm flipV="1">
            <a:off x="10670540" y="3579495"/>
            <a:ext cx="313690" cy="5715"/>
          </a:xfrm>
          <a:prstGeom prst="line">
            <a:avLst/>
          </a:prstGeom>
          <a:ln>
            <a:solidFill>
              <a:schemeClr val="tx1"/>
            </a:solidFill>
            <a:prstDash val="dash"/>
          </a:ln>
        </p:spPr>
        <p:style>
          <a:lnRef idx="2">
            <a:schemeClr val="accent1"/>
          </a:lnRef>
          <a:fillRef idx="0">
            <a:srgbClr val="FFFFFF"/>
          </a:fillRef>
          <a:effectRef idx="0">
            <a:srgbClr val="FFFFFF"/>
          </a:effectRef>
          <a:fontRef idx="minor">
            <a:schemeClr val="tx1"/>
          </a:fontRef>
        </p:style>
      </p:cxnSp>
      <p:cxnSp>
        <p:nvCxnSpPr>
          <p:cNvPr id="103" name="直接箭头连接符 102"/>
          <p:cNvCxnSpPr/>
          <p:nvPr/>
        </p:nvCxnSpPr>
        <p:spPr>
          <a:xfrm flipV="1">
            <a:off x="10995025" y="3573780"/>
            <a:ext cx="403860" cy="5715"/>
          </a:xfrm>
          <a:prstGeom prst="straightConnector1">
            <a:avLst/>
          </a:prstGeom>
          <a:ln>
            <a:solidFill>
              <a:schemeClr val="tx1"/>
            </a:solidFill>
            <a:tailEnd type="arrow"/>
          </a:ln>
        </p:spPr>
        <p:style>
          <a:lnRef idx="2">
            <a:schemeClr val="accent1"/>
          </a:lnRef>
          <a:fillRef idx="0">
            <a:srgbClr val="FFFFFF"/>
          </a:fillRef>
          <a:effectRef idx="0">
            <a:srgbClr val="FFFFFF"/>
          </a:effectRef>
          <a:fontRef idx="minor">
            <a:schemeClr val="tx1"/>
          </a:fontRef>
        </p:style>
      </p:cxnSp>
      <p:cxnSp>
        <p:nvCxnSpPr>
          <p:cNvPr id="124" name="直接箭头连接符 123"/>
          <p:cNvCxnSpPr/>
          <p:nvPr/>
        </p:nvCxnSpPr>
        <p:spPr>
          <a:xfrm flipV="1">
            <a:off x="8826500" y="5132705"/>
            <a:ext cx="2914015" cy="2540"/>
          </a:xfrm>
          <a:prstGeom prst="straightConnector1">
            <a:avLst/>
          </a:prstGeom>
          <a:ln>
            <a:solidFill>
              <a:schemeClr val="tx1"/>
            </a:solidFill>
            <a:tailEnd type="arrow"/>
          </a:ln>
        </p:spPr>
        <p:style>
          <a:lnRef idx="2">
            <a:schemeClr val="accent1"/>
          </a:lnRef>
          <a:fillRef idx="0">
            <a:srgbClr val="FFFFFF"/>
          </a:fillRef>
          <a:effectRef idx="0">
            <a:srgbClr val="FFFFFF"/>
          </a:effectRef>
          <a:fontRef idx="minor">
            <a:schemeClr val="tx1"/>
          </a:fontRef>
        </p:style>
      </p:cxnSp>
      <p:sp>
        <p:nvSpPr>
          <p:cNvPr id="136" name="文本框 135"/>
          <p:cNvSpPr txBox="1"/>
          <p:nvPr/>
        </p:nvSpPr>
        <p:spPr>
          <a:xfrm>
            <a:off x="11142345" y="5150485"/>
            <a:ext cx="568960" cy="275590"/>
          </a:xfrm>
          <a:prstGeom prst="rect">
            <a:avLst/>
          </a:prstGeom>
          <a:noFill/>
        </p:spPr>
        <p:txBody>
          <a:bodyPr wrap="square" rtlCol="0">
            <a:spAutoFit/>
          </a:bodyPr>
          <a:p>
            <a:r>
              <a:rPr lang="en-US" altLang="zh-CN" sz="1200" b="1">
                <a:latin typeface="微软雅黑" panose="020B0503020204020204" charset="-122"/>
                <a:ea typeface="微软雅黑" panose="020B0503020204020204" charset="-122"/>
              </a:rPr>
              <a:t>Time</a:t>
            </a:r>
            <a:endParaRPr lang="en-US" altLang="zh-CN" sz="1200" b="1">
              <a:latin typeface="微软雅黑" panose="020B0503020204020204" charset="-122"/>
              <a:ea typeface="微软雅黑" panose="020B0503020204020204" charset="-122"/>
            </a:endParaRPr>
          </a:p>
        </p:txBody>
      </p:sp>
      <p:sp>
        <p:nvSpPr>
          <p:cNvPr id="137" name="文本框 136"/>
          <p:cNvSpPr txBox="1"/>
          <p:nvPr/>
        </p:nvSpPr>
        <p:spPr>
          <a:xfrm>
            <a:off x="8647430" y="2385060"/>
            <a:ext cx="905510" cy="460375"/>
          </a:xfrm>
          <a:prstGeom prst="rect">
            <a:avLst/>
          </a:prstGeom>
          <a:noFill/>
        </p:spPr>
        <p:txBody>
          <a:bodyPr wrap="square" rtlCol="0">
            <a:spAutoFit/>
          </a:bodyPr>
          <a:p>
            <a:pPr algn="l"/>
            <a:r>
              <a:rPr lang="en-US" altLang="zh-CN" sz="1200" b="1">
                <a:latin typeface="微软雅黑" panose="020B0503020204020204" charset="-122"/>
                <a:ea typeface="微软雅黑" panose="020B0503020204020204" charset="-122"/>
              </a:rPr>
              <a:t>CPU</a:t>
            </a:r>
            <a:endParaRPr lang="en-US" altLang="zh-CN" sz="1200" b="1">
              <a:latin typeface="微软雅黑" panose="020B0503020204020204" charset="-122"/>
              <a:ea typeface="微软雅黑" panose="020B0503020204020204" charset="-122"/>
            </a:endParaRPr>
          </a:p>
          <a:p>
            <a:pPr algn="l"/>
            <a:r>
              <a:rPr lang="en-US" altLang="zh-CN" sz="1200" b="1">
                <a:latin typeface="微软雅黑" panose="020B0503020204020204" charset="-122"/>
                <a:ea typeface="微软雅黑" panose="020B0503020204020204" charset="-122"/>
              </a:rPr>
              <a:t>dispatch</a:t>
            </a:r>
            <a:endParaRPr lang="en-US" altLang="zh-CN" sz="1200" b="1">
              <a:latin typeface="微软雅黑" panose="020B0503020204020204" charset="-122"/>
              <a:ea typeface="微软雅黑" panose="020B0503020204020204" charset="-122"/>
            </a:endParaRPr>
          </a:p>
        </p:txBody>
      </p:sp>
      <p:sp>
        <p:nvSpPr>
          <p:cNvPr id="139" name="文本框 138"/>
          <p:cNvSpPr txBox="1"/>
          <p:nvPr/>
        </p:nvSpPr>
        <p:spPr>
          <a:xfrm>
            <a:off x="8647430" y="3340735"/>
            <a:ext cx="905510" cy="460375"/>
          </a:xfrm>
          <a:prstGeom prst="rect">
            <a:avLst/>
          </a:prstGeom>
          <a:noFill/>
        </p:spPr>
        <p:txBody>
          <a:bodyPr wrap="square" rtlCol="0">
            <a:spAutoFit/>
          </a:bodyPr>
          <a:p>
            <a:pPr algn="l"/>
            <a:r>
              <a:rPr lang="en-US" altLang="zh-CN" sz="1200" b="1">
                <a:latin typeface="微软雅黑" panose="020B0503020204020204" charset="-122"/>
                <a:ea typeface="微软雅黑" panose="020B0503020204020204" charset="-122"/>
              </a:rPr>
              <a:t>H2D</a:t>
            </a:r>
            <a:endParaRPr lang="en-US" altLang="zh-CN" sz="1200" b="1">
              <a:latin typeface="微软雅黑" panose="020B0503020204020204" charset="-122"/>
              <a:ea typeface="微软雅黑" panose="020B0503020204020204" charset="-122"/>
            </a:endParaRPr>
          </a:p>
          <a:p>
            <a:pPr algn="l"/>
            <a:r>
              <a:rPr lang="en-US" altLang="zh-CN" sz="1200" b="1">
                <a:latin typeface="微软雅黑" panose="020B0503020204020204" charset="-122"/>
                <a:ea typeface="微软雅黑" panose="020B0503020204020204" charset="-122"/>
              </a:rPr>
              <a:t>transfer</a:t>
            </a:r>
            <a:endParaRPr lang="en-US" altLang="zh-CN" sz="1200" b="1">
              <a:latin typeface="微软雅黑" panose="020B0503020204020204" charset="-122"/>
              <a:ea typeface="微软雅黑" panose="020B0503020204020204" charset="-122"/>
            </a:endParaRPr>
          </a:p>
        </p:txBody>
      </p:sp>
      <p:sp>
        <p:nvSpPr>
          <p:cNvPr id="140" name="文本框 139"/>
          <p:cNvSpPr txBox="1"/>
          <p:nvPr/>
        </p:nvSpPr>
        <p:spPr>
          <a:xfrm>
            <a:off x="8661400" y="4333240"/>
            <a:ext cx="905510" cy="460375"/>
          </a:xfrm>
          <a:prstGeom prst="rect">
            <a:avLst/>
          </a:prstGeom>
          <a:noFill/>
        </p:spPr>
        <p:txBody>
          <a:bodyPr wrap="square" rtlCol="0">
            <a:spAutoFit/>
          </a:bodyPr>
          <a:p>
            <a:pPr algn="l"/>
            <a:r>
              <a:rPr lang="en-US" altLang="zh-CN" sz="1200" b="1">
                <a:latin typeface="微软雅黑" panose="020B0503020204020204" charset="-122"/>
                <a:ea typeface="微软雅黑" panose="020B0503020204020204" charset="-122"/>
              </a:rPr>
              <a:t>GPU</a:t>
            </a:r>
            <a:endParaRPr lang="en-US" altLang="zh-CN" sz="1200" b="1">
              <a:latin typeface="微软雅黑" panose="020B0503020204020204" charset="-122"/>
              <a:ea typeface="微软雅黑" panose="020B0503020204020204" charset="-122"/>
            </a:endParaRPr>
          </a:p>
          <a:p>
            <a:pPr algn="l"/>
            <a:r>
              <a:rPr lang="en-US" altLang="zh-CN" sz="1200" b="1">
                <a:latin typeface="微软雅黑" panose="020B0503020204020204" charset="-122"/>
                <a:ea typeface="微软雅黑" panose="020B0503020204020204" charset="-122"/>
              </a:rPr>
              <a:t>compute</a:t>
            </a:r>
            <a:endParaRPr lang="en-US" altLang="zh-CN" sz="1200" b="1">
              <a:latin typeface="微软雅黑" panose="020B0503020204020204" charset="-122"/>
              <a:ea typeface="微软雅黑" panose="020B0503020204020204" charset="-122"/>
            </a:endParaRPr>
          </a:p>
        </p:txBody>
      </p:sp>
      <p:sp>
        <p:nvSpPr>
          <p:cNvPr id="141" name="文本框 140"/>
          <p:cNvSpPr txBox="1"/>
          <p:nvPr/>
        </p:nvSpPr>
        <p:spPr>
          <a:xfrm>
            <a:off x="381000" y="5570220"/>
            <a:ext cx="2889250" cy="737235"/>
          </a:xfrm>
          <a:prstGeom prst="rect">
            <a:avLst/>
          </a:prstGeom>
          <a:noFill/>
        </p:spPr>
        <p:txBody>
          <a:bodyPr wrap="square" rtlCol="0">
            <a:spAutoFit/>
          </a:bodyPr>
          <a:p>
            <a:pPr algn="just"/>
            <a:r>
              <a:rPr lang="en-US" altLang="zh-CN" sz="1400" b="1">
                <a:latin typeface="微软雅黑" panose="020B0503020204020204" charset="-122"/>
                <a:ea typeface="微软雅黑" panose="020B0503020204020204" charset="-122"/>
              </a:rPr>
              <a:t>Thresholds are learned offline from 1000 matrices unrelated to  the 100 test </a:t>
            </a:r>
            <a:r>
              <a:rPr lang="en-US" altLang="zh-CN" sz="1400" b="1">
                <a:latin typeface="微软雅黑" panose="020B0503020204020204" charset="-122"/>
                <a:ea typeface="微软雅黑" panose="020B0503020204020204" charset="-122"/>
                <a:sym typeface="+mn-ea"/>
              </a:rPr>
              <a:t>matrices</a:t>
            </a:r>
            <a:endParaRPr lang="en-US" altLang="zh-CN" sz="1400" b="1">
              <a:latin typeface="微软雅黑" panose="020B0503020204020204" charset="-122"/>
              <a:ea typeface="微软雅黑" panose="020B0503020204020204" charset="-122"/>
            </a:endParaRPr>
          </a:p>
        </p:txBody>
      </p:sp>
      <p:cxnSp>
        <p:nvCxnSpPr>
          <p:cNvPr id="142" name="直接箭头连接符 141"/>
          <p:cNvCxnSpPr/>
          <p:nvPr/>
        </p:nvCxnSpPr>
        <p:spPr>
          <a:xfrm>
            <a:off x="5923280" y="2592070"/>
            <a:ext cx="1270" cy="249555"/>
          </a:xfrm>
          <a:prstGeom prst="straightConnector1">
            <a:avLst/>
          </a:prstGeom>
          <a:ln>
            <a:solidFill>
              <a:schemeClr val="tx1"/>
            </a:solidFill>
            <a:tailEnd type="arrow"/>
          </a:ln>
        </p:spPr>
        <p:style>
          <a:lnRef idx="2">
            <a:schemeClr val="accent1"/>
          </a:lnRef>
          <a:fillRef idx="0">
            <a:srgbClr val="FFFFFF"/>
          </a:fillRef>
          <a:effectRef idx="0">
            <a:srgbClr val="FFFFFF"/>
          </a:effectRef>
          <a:fontRef idx="minor">
            <a:schemeClr val="tx1"/>
          </a:fontRef>
        </p:style>
      </p:cxnSp>
      <p:sp>
        <p:nvSpPr>
          <p:cNvPr id="143" name="文本框 142"/>
          <p:cNvSpPr txBox="1"/>
          <p:nvPr/>
        </p:nvSpPr>
        <p:spPr>
          <a:xfrm>
            <a:off x="8743315" y="5570220"/>
            <a:ext cx="3117850" cy="737235"/>
          </a:xfrm>
          <a:prstGeom prst="rect">
            <a:avLst/>
          </a:prstGeom>
          <a:noFill/>
        </p:spPr>
        <p:txBody>
          <a:bodyPr wrap="square" rtlCol="0">
            <a:spAutoFit/>
          </a:bodyPr>
          <a:p>
            <a:pPr algn="just"/>
            <a:r>
              <a:rPr lang="en-US" altLang="zh-CN" sz="1400" b="1">
                <a:latin typeface="微软雅黑" panose="020B0503020204020204" charset="-122"/>
                <a:ea typeface="微软雅黑" panose="020B0503020204020204" charset="-122"/>
              </a:rPr>
              <a:t>CPU-side selection overlaps with transfer,hiding dispatch. GPU compute dominates afterward.</a:t>
            </a:r>
            <a:endParaRPr lang="en-US" altLang="zh-CN" sz="1400" b="1">
              <a:latin typeface="微软雅黑" panose="020B0503020204020204" charset="-122"/>
              <a:ea typeface="微软雅黑" panose="020B0503020204020204" charset="-122"/>
            </a:endParaRPr>
          </a:p>
        </p:txBody>
      </p:sp>
      <p:sp>
        <p:nvSpPr>
          <p:cNvPr id="145" name="流程图: 决策 144"/>
          <p:cNvSpPr/>
          <p:nvPr/>
        </p:nvSpPr>
        <p:spPr>
          <a:xfrm>
            <a:off x="4612640" y="4466590"/>
            <a:ext cx="1231900" cy="590550"/>
          </a:xfrm>
          <a:prstGeom prst="flowChartDecision">
            <a:avLst/>
          </a:prstGeom>
          <a:solidFill>
            <a:schemeClr val="bg1">
              <a:lumMod val="95000"/>
            </a:schemeClr>
          </a:solidFill>
          <a:ln w="25400" algn="ctr">
            <a:solidFill>
              <a:schemeClr val="tx1"/>
            </a:solidFill>
            <a:round/>
          </a:ln>
        </p:spPr>
        <p:txBody>
          <a:bodyPr wrap="none" lIns="162000" anchor="ctr"/>
          <a:p>
            <a:pPr marL="0" lvl="0" indent="0" algn="l" eaLnBrk="1" hangingPunct="1">
              <a:lnSpc>
                <a:spcPct val="130000"/>
              </a:lnSpc>
              <a:spcBef>
                <a:spcPct val="0"/>
              </a:spcBef>
              <a:buSzPct val="80000"/>
              <a:buFont typeface="Wingdings" panose="05000000000000000000" pitchFamily="2" charset="2"/>
              <a:buNone/>
            </a:pPr>
            <a:endParaRPr lang="en-US" altLang="zh-CN" sz="2400" b="1" dirty="0">
              <a:solidFill>
                <a:srgbClr val="1485A4"/>
              </a:solidFill>
              <a:latin typeface="Times New Roman" panose="02020603050405020304" charset="0"/>
              <a:ea typeface="微软雅黑" panose="020B0503020204020204" charset="-122"/>
              <a:sym typeface="+mn-ea"/>
            </a:endParaRPr>
          </a:p>
        </p:txBody>
      </p:sp>
      <p:sp>
        <p:nvSpPr>
          <p:cNvPr id="154" name="文本框 153"/>
          <p:cNvSpPr txBox="1"/>
          <p:nvPr/>
        </p:nvSpPr>
        <p:spPr>
          <a:xfrm>
            <a:off x="4912995" y="4579620"/>
            <a:ext cx="788670" cy="337185"/>
          </a:xfrm>
          <a:prstGeom prst="rect">
            <a:avLst/>
          </a:prstGeom>
          <a:noFill/>
        </p:spPr>
        <p:txBody>
          <a:bodyPr wrap="square" rtlCol="0">
            <a:spAutoFit/>
          </a:bodyPr>
          <a:p>
            <a:r>
              <a:rPr lang="en-US" altLang="zh-CN" sz="1600" b="1"/>
              <a:t>n &gt; α</a:t>
            </a:r>
            <a:r>
              <a:rPr lang="en-US" altLang="zh-CN" sz="1400" b="1"/>
              <a:t> </a:t>
            </a:r>
            <a:endParaRPr lang="zh-CN" altLang="en-US" sz="1400" b="1"/>
          </a:p>
        </p:txBody>
      </p:sp>
      <p:sp>
        <p:nvSpPr>
          <p:cNvPr id="156" name="流程图: 决策 155"/>
          <p:cNvSpPr/>
          <p:nvPr/>
        </p:nvSpPr>
        <p:spPr>
          <a:xfrm>
            <a:off x="5553075" y="4983480"/>
            <a:ext cx="1821180" cy="1071245"/>
          </a:xfrm>
          <a:prstGeom prst="flowChartDecision">
            <a:avLst/>
          </a:prstGeom>
          <a:solidFill>
            <a:schemeClr val="bg1">
              <a:lumMod val="95000"/>
            </a:schemeClr>
          </a:solidFill>
          <a:ln w="25400" algn="ctr">
            <a:solidFill>
              <a:schemeClr val="tx1"/>
            </a:solidFill>
            <a:round/>
          </a:ln>
        </p:spPr>
        <p:txBody>
          <a:bodyPr wrap="none" lIns="162000" anchor="ctr"/>
          <a:p>
            <a:pPr marL="0" lvl="0" indent="0" algn="l" eaLnBrk="1" hangingPunct="1">
              <a:lnSpc>
                <a:spcPct val="130000"/>
              </a:lnSpc>
              <a:spcBef>
                <a:spcPct val="0"/>
              </a:spcBef>
              <a:buSzPct val="80000"/>
              <a:buFont typeface="Wingdings" panose="05000000000000000000" pitchFamily="2" charset="2"/>
              <a:buNone/>
            </a:pPr>
            <a:endParaRPr lang="en-US" altLang="zh-CN" sz="2400" b="1" dirty="0">
              <a:solidFill>
                <a:srgbClr val="1485A4"/>
              </a:solidFill>
              <a:latin typeface="Times New Roman" panose="02020603050405020304" charset="0"/>
              <a:ea typeface="微软雅黑" panose="020B0503020204020204" charset="-122"/>
              <a:sym typeface="+mn-ea"/>
            </a:endParaRPr>
          </a:p>
        </p:txBody>
      </p:sp>
      <mc:AlternateContent xmlns:mc="http://schemas.openxmlformats.org/markup-compatibility/2006">
        <mc:Choice xmlns:a14="http://schemas.microsoft.com/office/drawing/2010/main" Requires="a14">
          <p:sp>
            <p:nvSpPr>
              <p:cNvPr id="163" name="文本框 162"/>
              <p:cNvSpPr txBox="1"/>
              <p:nvPr/>
            </p:nvSpPr>
            <p:spPr>
              <a:xfrm>
                <a:off x="5882005" y="5057140"/>
                <a:ext cx="1123950" cy="829945"/>
              </a:xfrm>
              <a:prstGeom prst="rect">
                <a:avLst/>
              </a:prstGeom>
              <a:noFill/>
            </p:spPr>
            <p:txBody>
              <a:bodyPr wrap="square" rtlCol="0">
                <a:spAutoFit/>
              </a:bodyPr>
              <a:p>
                <a:pPr algn="ctr"/>
                <a14:m>
                  <m:oMath xmlns:m="http://schemas.openxmlformats.org/officeDocument/2006/math">
                    <m:r>
                      <a:rPr lang="en-US" altLang="zh-CN" sz="1600" b="1">
                        <a:latin typeface="Cambria Math" panose="02040503050406030204" charset="0"/>
                        <a:cs typeface="Cambria Math" panose="02040503050406030204" charset="0"/>
                      </a:rPr>
                      <m:t>𝛔</m:t>
                    </m:r>
                  </m:oMath>
                </a14:m>
                <a:r>
                  <a:rPr lang="en-US" altLang="zh-CN" sz="1600" b="1"/>
                  <a:t> &gt; β </a:t>
                </a:r>
                <a:endParaRPr lang="en-US" altLang="zh-CN" sz="1600" b="1"/>
              </a:p>
              <a:p>
                <a:pPr algn="ctr"/>
                <a:r>
                  <a:rPr lang="en-US" altLang="zh-CN" sz="1600" b="1"/>
                  <a:t>OR</a:t>
                </a:r>
                <a:endParaRPr lang="en-US" altLang="zh-CN" sz="1600" b="1"/>
              </a:p>
              <a:p>
                <a:pPr algn="ctr"/>
                <a:r>
                  <a:rPr lang="en-US" altLang="zh-CN" sz="1600" b="1"/>
                  <a:t>flop &gt; γ</a:t>
                </a:r>
                <a:endParaRPr lang="en-US" altLang="zh-CN" sz="1600" b="1"/>
              </a:p>
            </p:txBody>
          </p:sp>
        </mc:Choice>
        <mc:Fallback>
          <p:sp>
            <p:nvSpPr>
              <p:cNvPr id="163" name="文本框 162"/>
              <p:cNvSpPr txBox="1">
                <a:spLocks noRot="1" noChangeAspect="1" noMove="1" noResize="1" noEditPoints="1" noAdjustHandles="1" noChangeArrowheads="1" noChangeShapeType="1" noTextEdit="1"/>
              </p:cNvSpPr>
              <p:nvPr/>
            </p:nvSpPr>
            <p:spPr>
              <a:xfrm>
                <a:off x="5882005" y="5057140"/>
                <a:ext cx="1123950" cy="829945"/>
              </a:xfrm>
              <a:prstGeom prst="rect">
                <a:avLst/>
              </a:prstGeom>
              <a:blipFill rotWithShape="1">
                <a:blip r:embed="rId13"/>
                <a:stretch>
                  <a:fillRect/>
                </a:stretch>
              </a:blipFill>
            </p:spPr>
            <p:txBody>
              <a:bodyPr/>
              <a:lstStyle/>
              <a:p>
                <a:r>
                  <a:rPr lang="zh-CN" altLang="en-US">
                    <a:noFill/>
                  </a:rPr>
                  <a:t> </a:t>
                </a:r>
              </a:p>
            </p:txBody>
          </p:sp>
        </mc:Fallback>
      </mc:AlternateContent>
      <p:cxnSp>
        <p:nvCxnSpPr>
          <p:cNvPr id="164" name="直接箭头连接符 163"/>
          <p:cNvCxnSpPr>
            <a:endCxn id="145" idx="0"/>
          </p:cNvCxnSpPr>
          <p:nvPr/>
        </p:nvCxnSpPr>
        <p:spPr>
          <a:xfrm>
            <a:off x="5227955" y="4267835"/>
            <a:ext cx="635" cy="198755"/>
          </a:xfrm>
          <a:prstGeom prst="straightConnector1">
            <a:avLst/>
          </a:prstGeom>
          <a:ln>
            <a:solidFill>
              <a:schemeClr val="tx1"/>
            </a:solidFill>
            <a:tailEnd type="arrow"/>
          </a:ln>
        </p:spPr>
        <p:style>
          <a:lnRef idx="2">
            <a:schemeClr val="accent1"/>
          </a:lnRef>
          <a:fillRef idx="0">
            <a:srgbClr val="FFFFFF"/>
          </a:fillRef>
          <a:effectRef idx="0">
            <a:srgbClr val="FFFFFF"/>
          </a:effectRef>
          <a:fontRef idx="minor">
            <a:schemeClr val="tx1"/>
          </a:fontRef>
        </p:style>
      </p:cxnSp>
      <p:cxnSp>
        <p:nvCxnSpPr>
          <p:cNvPr id="168" name="肘形连接符 167"/>
          <p:cNvCxnSpPr>
            <a:stCxn id="145" idx="1"/>
          </p:cNvCxnSpPr>
          <p:nvPr/>
        </p:nvCxnSpPr>
        <p:spPr>
          <a:xfrm rot="10800000" flipV="1">
            <a:off x="4288155" y="4761865"/>
            <a:ext cx="324485" cy="491490"/>
          </a:xfrm>
          <a:prstGeom prst="bentConnector2">
            <a:avLst/>
          </a:prstGeom>
          <a:ln>
            <a:solidFill>
              <a:schemeClr val="tx1"/>
            </a:solidFill>
            <a:tailEnd type="arrow"/>
          </a:ln>
        </p:spPr>
        <p:style>
          <a:lnRef idx="2">
            <a:schemeClr val="accent1"/>
          </a:lnRef>
          <a:fillRef idx="0">
            <a:srgbClr val="FFFFFF"/>
          </a:fillRef>
          <a:effectRef idx="0">
            <a:srgbClr val="FFFFFF"/>
          </a:effectRef>
          <a:fontRef idx="minor">
            <a:schemeClr val="tx1"/>
          </a:fontRef>
        </p:style>
      </p:cxnSp>
      <p:cxnSp>
        <p:nvCxnSpPr>
          <p:cNvPr id="169" name="肘形连接符 168"/>
          <p:cNvCxnSpPr>
            <a:stCxn id="145" idx="3"/>
            <a:endCxn id="156" idx="0"/>
          </p:cNvCxnSpPr>
          <p:nvPr/>
        </p:nvCxnSpPr>
        <p:spPr>
          <a:xfrm>
            <a:off x="5844540" y="4761865"/>
            <a:ext cx="619125" cy="221615"/>
          </a:xfrm>
          <a:prstGeom prst="bentConnector2">
            <a:avLst/>
          </a:prstGeom>
          <a:ln>
            <a:solidFill>
              <a:schemeClr val="tx1"/>
            </a:solidFill>
            <a:tailEnd type="arrow"/>
          </a:ln>
        </p:spPr>
        <p:style>
          <a:lnRef idx="2">
            <a:schemeClr val="accent1"/>
          </a:lnRef>
          <a:fillRef idx="0">
            <a:srgbClr val="FFFFFF"/>
          </a:fillRef>
          <a:effectRef idx="0">
            <a:srgbClr val="FFFFFF"/>
          </a:effectRef>
          <a:fontRef idx="minor">
            <a:schemeClr val="tx1"/>
          </a:fontRef>
        </p:style>
      </p:cxnSp>
      <p:cxnSp>
        <p:nvCxnSpPr>
          <p:cNvPr id="170" name="肘形连接符 169"/>
          <p:cNvCxnSpPr>
            <a:stCxn id="156" idx="1"/>
          </p:cNvCxnSpPr>
          <p:nvPr/>
        </p:nvCxnSpPr>
        <p:spPr>
          <a:xfrm rot="10800000" flipV="1">
            <a:off x="5276215" y="5518785"/>
            <a:ext cx="276860" cy="367665"/>
          </a:xfrm>
          <a:prstGeom prst="bentConnector2">
            <a:avLst/>
          </a:prstGeom>
          <a:ln>
            <a:solidFill>
              <a:schemeClr val="tx1"/>
            </a:solidFill>
            <a:tailEnd type="arrow"/>
          </a:ln>
        </p:spPr>
        <p:style>
          <a:lnRef idx="2">
            <a:schemeClr val="accent1"/>
          </a:lnRef>
          <a:fillRef idx="0">
            <a:srgbClr val="FFFFFF"/>
          </a:fillRef>
          <a:effectRef idx="0">
            <a:srgbClr val="FFFFFF"/>
          </a:effectRef>
          <a:fontRef idx="minor">
            <a:schemeClr val="tx1"/>
          </a:fontRef>
        </p:style>
      </p:cxnSp>
      <p:cxnSp>
        <p:nvCxnSpPr>
          <p:cNvPr id="171" name="肘形连接符 170"/>
          <p:cNvCxnSpPr>
            <a:stCxn id="156" idx="3"/>
          </p:cNvCxnSpPr>
          <p:nvPr/>
        </p:nvCxnSpPr>
        <p:spPr>
          <a:xfrm>
            <a:off x="7374255" y="5519420"/>
            <a:ext cx="315595" cy="360045"/>
          </a:xfrm>
          <a:prstGeom prst="bentConnector2">
            <a:avLst/>
          </a:prstGeom>
          <a:ln>
            <a:solidFill>
              <a:schemeClr val="tx1"/>
            </a:solidFill>
            <a:tailEnd type="arrow"/>
          </a:ln>
        </p:spPr>
        <p:style>
          <a:lnRef idx="2">
            <a:schemeClr val="accent1"/>
          </a:lnRef>
          <a:fillRef idx="0">
            <a:srgbClr val="FFFFFF"/>
          </a:fillRef>
          <a:effectRef idx="0">
            <a:srgbClr val="FFFFFF"/>
          </a:effectRef>
          <a:fontRef idx="minor">
            <a:schemeClr val="tx1"/>
          </a:fontRef>
        </p:style>
      </p:cxnSp>
      <p:grpSp>
        <p:nvGrpSpPr>
          <p:cNvPr id="175" name="组合 174"/>
          <p:cNvGrpSpPr/>
          <p:nvPr/>
        </p:nvGrpSpPr>
        <p:grpSpPr>
          <a:xfrm>
            <a:off x="3862070" y="5253355"/>
            <a:ext cx="850900" cy="361950"/>
            <a:chOff x="6082" y="7974"/>
            <a:chExt cx="1340" cy="570"/>
          </a:xfrm>
        </p:grpSpPr>
        <p:sp>
          <p:nvSpPr>
            <p:cNvPr id="165" name="圆角矩形 164"/>
            <p:cNvSpPr/>
            <p:nvPr/>
          </p:nvSpPr>
          <p:spPr>
            <a:xfrm>
              <a:off x="6151" y="7974"/>
              <a:ext cx="1203" cy="570"/>
            </a:xfrm>
            <a:prstGeom prst="roundRect">
              <a:avLst/>
            </a:prstGeom>
            <a:solidFill>
              <a:schemeClr val="accent6">
                <a:lumMod val="20000"/>
                <a:lumOff val="80000"/>
              </a:schemeClr>
            </a:solidFill>
            <a:ln w="25400" algn="ctr">
              <a:solidFill>
                <a:schemeClr val="tx1"/>
              </a:solidFill>
              <a:round/>
            </a:ln>
          </p:spPr>
          <p:txBody>
            <a:bodyPr wrap="none" lIns="162000" anchor="ctr"/>
            <a:p>
              <a:pPr marL="0" lvl="0" indent="0" algn="l" eaLnBrk="1" hangingPunct="1">
                <a:lnSpc>
                  <a:spcPct val="130000"/>
                </a:lnSpc>
                <a:spcBef>
                  <a:spcPct val="0"/>
                </a:spcBef>
                <a:buSzPct val="80000"/>
                <a:buFont typeface="Wingdings" panose="05000000000000000000" pitchFamily="2" charset="2"/>
                <a:buNone/>
              </a:pPr>
              <a:endParaRPr lang="en-US" altLang="zh-CN" sz="2400" b="1" dirty="0">
                <a:solidFill>
                  <a:srgbClr val="1485A4"/>
                </a:solidFill>
                <a:latin typeface="Times New Roman" panose="02020603050405020304" charset="0"/>
                <a:ea typeface="微软雅黑" panose="020B0503020204020204" charset="-122"/>
                <a:sym typeface="+mn-ea"/>
              </a:endParaRPr>
            </a:p>
          </p:txBody>
        </p:sp>
        <p:sp>
          <p:nvSpPr>
            <p:cNvPr id="174" name="文本框 173"/>
            <p:cNvSpPr txBox="1"/>
            <p:nvPr/>
          </p:nvSpPr>
          <p:spPr>
            <a:xfrm>
              <a:off x="6082" y="7974"/>
              <a:ext cx="1341" cy="531"/>
            </a:xfrm>
            <a:prstGeom prst="rect">
              <a:avLst/>
            </a:prstGeom>
            <a:noFill/>
          </p:spPr>
          <p:txBody>
            <a:bodyPr wrap="square" rtlCol="0">
              <a:spAutoFit/>
            </a:bodyPr>
            <a:p>
              <a:r>
                <a:rPr lang="en-US" altLang="zh-CN" sz="1600" b="1">
                  <a:latin typeface="微软雅黑" panose="020B0503020204020204" charset="-122"/>
                  <a:ea typeface="微软雅黑" panose="020B0503020204020204" charset="-122"/>
                </a:rPr>
                <a:t>Merge</a:t>
              </a:r>
              <a:endParaRPr lang="en-US" altLang="zh-CN" sz="1600" b="1">
                <a:latin typeface="微软雅黑" panose="020B0503020204020204" charset="-122"/>
                <a:ea typeface="微软雅黑" panose="020B0503020204020204" charset="-122"/>
              </a:endParaRPr>
            </a:p>
          </p:txBody>
        </p:sp>
      </p:grpSp>
      <p:grpSp>
        <p:nvGrpSpPr>
          <p:cNvPr id="221" name="组合 220"/>
          <p:cNvGrpSpPr/>
          <p:nvPr/>
        </p:nvGrpSpPr>
        <p:grpSpPr>
          <a:xfrm>
            <a:off x="4850130" y="5887085"/>
            <a:ext cx="850900" cy="361950"/>
            <a:chOff x="6082" y="7974"/>
            <a:chExt cx="1340" cy="570"/>
          </a:xfrm>
        </p:grpSpPr>
        <p:sp>
          <p:nvSpPr>
            <p:cNvPr id="223" name="圆角矩形 222"/>
            <p:cNvSpPr/>
            <p:nvPr/>
          </p:nvSpPr>
          <p:spPr>
            <a:xfrm>
              <a:off x="6151" y="7974"/>
              <a:ext cx="1203" cy="570"/>
            </a:xfrm>
            <a:prstGeom prst="roundRect">
              <a:avLst/>
            </a:prstGeom>
            <a:solidFill>
              <a:schemeClr val="accent6">
                <a:lumMod val="20000"/>
                <a:lumOff val="80000"/>
              </a:schemeClr>
            </a:solidFill>
            <a:ln w="25400" algn="ctr">
              <a:solidFill>
                <a:schemeClr val="tx1"/>
              </a:solidFill>
              <a:round/>
            </a:ln>
          </p:spPr>
          <p:txBody>
            <a:bodyPr wrap="none" lIns="162000" anchor="ctr"/>
            <a:p>
              <a:pPr marL="0" lvl="0" indent="0" algn="l" eaLnBrk="1" hangingPunct="1">
                <a:lnSpc>
                  <a:spcPct val="130000"/>
                </a:lnSpc>
                <a:spcBef>
                  <a:spcPct val="0"/>
                </a:spcBef>
                <a:buSzPct val="80000"/>
                <a:buFont typeface="Wingdings" panose="05000000000000000000" pitchFamily="2" charset="2"/>
                <a:buNone/>
              </a:pPr>
              <a:endParaRPr lang="en-US" altLang="zh-CN" sz="2400" b="1" dirty="0">
                <a:solidFill>
                  <a:srgbClr val="1485A4"/>
                </a:solidFill>
                <a:latin typeface="Times New Roman" panose="02020603050405020304" charset="0"/>
                <a:ea typeface="微软雅黑" panose="020B0503020204020204" charset="-122"/>
                <a:sym typeface="+mn-ea"/>
              </a:endParaRPr>
            </a:p>
          </p:txBody>
        </p:sp>
        <p:sp>
          <p:nvSpPr>
            <p:cNvPr id="224" name="文本框 223"/>
            <p:cNvSpPr txBox="1"/>
            <p:nvPr/>
          </p:nvSpPr>
          <p:spPr>
            <a:xfrm>
              <a:off x="6082" y="7974"/>
              <a:ext cx="1341" cy="531"/>
            </a:xfrm>
            <a:prstGeom prst="rect">
              <a:avLst/>
            </a:prstGeom>
            <a:noFill/>
          </p:spPr>
          <p:txBody>
            <a:bodyPr wrap="square" rtlCol="0">
              <a:spAutoFit/>
            </a:bodyPr>
            <a:p>
              <a:r>
                <a:rPr lang="en-US" altLang="zh-CN" sz="1600" b="1">
                  <a:latin typeface="微软雅黑" panose="020B0503020204020204" charset="-122"/>
                  <a:ea typeface="微软雅黑" panose="020B0503020204020204" charset="-122"/>
                </a:rPr>
                <a:t>Merge</a:t>
              </a:r>
              <a:endParaRPr lang="en-US" altLang="zh-CN" sz="1600" b="1">
                <a:latin typeface="微软雅黑" panose="020B0503020204020204" charset="-122"/>
                <a:ea typeface="微软雅黑" panose="020B0503020204020204" charset="-122"/>
              </a:endParaRPr>
            </a:p>
          </p:txBody>
        </p:sp>
      </p:grpSp>
      <p:grpSp>
        <p:nvGrpSpPr>
          <p:cNvPr id="225" name="组合 224"/>
          <p:cNvGrpSpPr/>
          <p:nvPr/>
        </p:nvGrpSpPr>
        <p:grpSpPr>
          <a:xfrm>
            <a:off x="7306945" y="5878195"/>
            <a:ext cx="763905" cy="361950"/>
            <a:chOff x="6151" y="7974"/>
            <a:chExt cx="1203" cy="570"/>
          </a:xfrm>
        </p:grpSpPr>
        <p:sp>
          <p:nvSpPr>
            <p:cNvPr id="226" name="圆角矩形 225"/>
            <p:cNvSpPr/>
            <p:nvPr/>
          </p:nvSpPr>
          <p:spPr>
            <a:xfrm>
              <a:off x="6151" y="7974"/>
              <a:ext cx="1203" cy="570"/>
            </a:xfrm>
            <a:prstGeom prst="roundRect">
              <a:avLst/>
            </a:prstGeom>
            <a:solidFill>
              <a:schemeClr val="accent6">
                <a:lumMod val="20000"/>
                <a:lumOff val="80000"/>
              </a:schemeClr>
            </a:solidFill>
            <a:ln w="25400" algn="ctr">
              <a:solidFill>
                <a:schemeClr val="tx1"/>
              </a:solidFill>
              <a:round/>
            </a:ln>
          </p:spPr>
          <p:txBody>
            <a:bodyPr wrap="none" lIns="162000" anchor="ctr"/>
            <a:p>
              <a:pPr marL="0" lvl="0" indent="0" algn="l" eaLnBrk="1" hangingPunct="1">
                <a:lnSpc>
                  <a:spcPct val="130000"/>
                </a:lnSpc>
                <a:spcBef>
                  <a:spcPct val="0"/>
                </a:spcBef>
                <a:buSzPct val="80000"/>
                <a:buFont typeface="Wingdings" panose="05000000000000000000" pitchFamily="2" charset="2"/>
                <a:buNone/>
              </a:pPr>
              <a:endParaRPr lang="en-US" altLang="zh-CN" sz="2400" b="1" dirty="0">
                <a:solidFill>
                  <a:srgbClr val="1485A4"/>
                </a:solidFill>
                <a:latin typeface="Times New Roman" panose="02020603050405020304" charset="0"/>
                <a:ea typeface="微软雅黑" panose="020B0503020204020204" charset="-122"/>
                <a:sym typeface="+mn-ea"/>
              </a:endParaRPr>
            </a:p>
          </p:txBody>
        </p:sp>
        <p:sp>
          <p:nvSpPr>
            <p:cNvPr id="227" name="文本框 226"/>
            <p:cNvSpPr txBox="1"/>
            <p:nvPr/>
          </p:nvSpPr>
          <p:spPr>
            <a:xfrm>
              <a:off x="6195" y="7975"/>
              <a:ext cx="1159" cy="531"/>
            </a:xfrm>
            <a:prstGeom prst="rect">
              <a:avLst/>
            </a:prstGeom>
            <a:noFill/>
          </p:spPr>
          <p:txBody>
            <a:bodyPr wrap="square" rtlCol="0">
              <a:spAutoFit/>
            </a:bodyPr>
            <a:p>
              <a:r>
                <a:rPr lang="en-US" altLang="zh-CN" sz="1600" b="1">
                  <a:latin typeface="微软雅黑" panose="020B0503020204020204" charset="-122"/>
                  <a:ea typeface="微软雅黑" panose="020B0503020204020204" charset="-122"/>
                </a:rPr>
                <a:t>Hash</a:t>
              </a:r>
              <a:endParaRPr lang="en-US" altLang="zh-CN" sz="1600" b="1">
                <a:latin typeface="微软雅黑" panose="020B0503020204020204" charset="-122"/>
                <a:ea typeface="微软雅黑" panose="020B0503020204020204" charset="-122"/>
              </a:endParaRPr>
            </a:p>
          </p:txBody>
        </p:sp>
      </p:grpSp>
      <p:sp>
        <p:nvSpPr>
          <p:cNvPr id="228" name="文本框 227"/>
          <p:cNvSpPr txBox="1"/>
          <p:nvPr/>
        </p:nvSpPr>
        <p:spPr>
          <a:xfrm>
            <a:off x="4227830" y="4466590"/>
            <a:ext cx="485775" cy="306705"/>
          </a:xfrm>
          <a:prstGeom prst="rect">
            <a:avLst/>
          </a:prstGeom>
          <a:noFill/>
        </p:spPr>
        <p:txBody>
          <a:bodyPr wrap="square" rtlCol="0">
            <a:spAutoFit/>
          </a:bodyPr>
          <a:p>
            <a:r>
              <a:rPr lang="en-US" altLang="zh-CN" sz="1400" b="1">
                <a:latin typeface="微软雅黑" panose="020B0503020204020204" charset="-122"/>
                <a:ea typeface="微软雅黑" panose="020B0503020204020204" charset="-122"/>
              </a:rPr>
              <a:t>No</a:t>
            </a:r>
            <a:endParaRPr lang="en-US" altLang="zh-CN" sz="1400" b="1">
              <a:latin typeface="微软雅黑" panose="020B0503020204020204" charset="-122"/>
              <a:ea typeface="微软雅黑" panose="020B0503020204020204" charset="-122"/>
            </a:endParaRPr>
          </a:p>
        </p:txBody>
      </p:sp>
      <p:sp>
        <p:nvSpPr>
          <p:cNvPr id="230" name="文本框 229"/>
          <p:cNvSpPr txBox="1"/>
          <p:nvPr/>
        </p:nvSpPr>
        <p:spPr>
          <a:xfrm>
            <a:off x="6042025" y="4450715"/>
            <a:ext cx="485775" cy="306705"/>
          </a:xfrm>
          <a:prstGeom prst="rect">
            <a:avLst/>
          </a:prstGeom>
          <a:noFill/>
        </p:spPr>
        <p:txBody>
          <a:bodyPr wrap="square" rtlCol="0">
            <a:spAutoFit/>
          </a:bodyPr>
          <a:p>
            <a:r>
              <a:rPr lang="en-US" altLang="zh-CN" sz="1400" b="1">
                <a:latin typeface="微软雅黑" panose="020B0503020204020204" charset="-122"/>
                <a:ea typeface="微软雅黑" panose="020B0503020204020204" charset="-122"/>
              </a:rPr>
              <a:t>Yes</a:t>
            </a:r>
            <a:endParaRPr lang="en-US" altLang="zh-CN" sz="1400" b="1">
              <a:latin typeface="微软雅黑" panose="020B0503020204020204" charset="-122"/>
              <a:ea typeface="微软雅黑" panose="020B0503020204020204" charset="-122"/>
            </a:endParaRPr>
          </a:p>
        </p:txBody>
      </p:sp>
      <p:sp>
        <p:nvSpPr>
          <p:cNvPr id="231" name="文本框 230"/>
          <p:cNvSpPr txBox="1"/>
          <p:nvPr/>
        </p:nvSpPr>
        <p:spPr>
          <a:xfrm>
            <a:off x="5215890" y="5212715"/>
            <a:ext cx="485775" cy="306705"/>
          </a:xfrm>
          <a:prstGeom prst="rect">
            <a:avLst/>
          </a:prstGeom>
          <a:noFill/>
        </p:spPr>
        <p:txBody>
          <a:bodyPr wrap="square" rtlCol="0">
            <a:spAutoFit/>
          </a:bodyPr>
          <a:p>
            <a:r>
              <a:rPr lang="en-US" altLang="zh-CN" sz="1400" b="1">
                <a:latin typeface="微软雅黑" panose="020B0503020204020204" charset="-122"/>
                <a:ea typeface="微软雅黑" panose="020B0503020204020204" charset="-122"/>
              </a:rPr>
              <a:t>No</a:t>
            </a:r>
            <a:endParaRPr lang="en-US" altLang="zh-CN" sz="1400" b="1">
              <a:latin typeface="微软雅黑" panose="020B0503020204020204" charset="-122"/>
              <a:ea typeface="微软雅黑" panose="020B0503020204020204" charset="-122"/>
            </a:endParaRPr>
          </a:p>
        </p:txBody>
      </p:sp>
      <p:sp>
        <p:nvSpPr>
          <p:cNvPr id="232" name="文本框 231"/>
          <p:cNvSpPr txBox="1"/>
          <p:nvPr/>
        </p:nvSpPr>
        <p:spPr>
          <a:xfrm>
            <a:off x="7306945" y="5212080"/>
            <a:ext cx="485775" cy="306705"/>
          </a:xfrm>
          <a:prstGeom prst="rect">
            <a:avLst/>
          </a:prstGeom>
          <a:noFill/>
        </p:spPr>
        <p:txBody>
          <a:bodyPr wrap="square" rtlCol="0">
            <a:spAutoFit/>
          </a:bodyPr>
          <a:p>
            <a:r>
              <a:rPr lang="en-US" altLang="zh-CN" sz="1400" b="1">
                <a:latin typeface="微软雅黑" panose="020B0503020204020204" charset="-122"/>
                <a:ea typeface="微软雅黑" panose="020B0503020204020204" charset="-122"/>
              </a:rPr>
              <a:t>Yes</a:t>
            </a:r>
            <a:endParaRPr lang="en-US" altLang="zh-CN" sz="1400" b="1">
              <a:latin typeface="微软雅黑" panose="020B0503020204020204" charset="-122"/>
              <a:ea typeface="微软雅黑" panose="020B0503020204020204" charset="-122"/>
            </a:endParaRPr>
          </a:p>
        </p:txBody>
      </p:sp>
      <p:cxnSp>
        <p:nvCxnSpPr>
          <p:cNvPr id="234" name="直接连接符 233"/>
          <p:cNvCxnSpPr/>
          <p:nvPr/>
        </p:nvCxnSpPr>
        <p:spPr>
          <a:xfrm>
            <a:off x="10219055" y="2887345"/>
            <a:ext cx="8255" cy="1373505"/>
          </a:xfrm>
          <a:prstGeom prst="line">
            <a:avLst/>
          </a:prstGeom>
          <a:ln>
            <a:solidFill>
              <a:schemeClr val="tx1"/>
            </a:solidFill>
            <a:prstDash val="dash"/>
          </a:ln>
        </p:spPr>
        <p:style>
          <a:lnRef idx="2">
            <a:schemeClr val="accent1"/>
          </a:lnRef>
          <a:fillRef idx="0">
            <a:srgbClr val="FFFFFF"/>
          </a:fillRef>
          <a:effectRef idx="0">
            <a:srgbClr val="FFFFFF"/>
          </a:effectRef>
          <a:fontRef idx="minor">
            <a:schemeClr val="tx1"/>
          </a:fontRef>
        </p:style>
      </p:cxnSp>
      <p:sp>
        <p:nvSpPr>
          <p:cNvPr id="240" name="文本框 239"/>
          <p:cNvSpPr txBox="1"/>
          <p:nvPr/>
        </p:nvSpPr>
        <p:spPr>
          <a:xfrm>
            <a:off x="10418445" y="2731770"/>
            <a:ext cx="1292860" cy="460375"/>
          </a:xfrm>
          <a:prstGeom prst="rect">
            <a:avLst/>
          </a:prstGeom>
          <a:noFill/>
        </p:spPr>
        <p:txBody>
          <a:bodyPr wrap="square" rtlCol="0">
            <a:spAutoFit/>
          </a:bodyPr>
          <a:p>
            <a:pPr algn="ctr"/>
            <a:r>
              <a:rPr lang="en-US" altLang="zh-CN" sz="1200" b="1">
                <a:solidFill>
                  <a:srgbClr val="FF0000"/>
                </a:solidFill>
                <a:latin typeface="微软雅黑" panose="020B0503020204020204" charset="-122"/>
                <a:ea typeface="微软雅黑" panose="020B0503020204020204" charset="-122"/>
              </a:rPr>
              <a:t>before accumulation</a:t>
            </a:r>
            <a:endParaRPr lang="en-US" altLang="zh-CN" sz="1200" b="1">
              <a:solidFill>
                <a:srgbClr val="FF0000"/>
              </a:solidFill>
              <a:latin typeface="微软雅黑" panose="020B0503020204020204" charset="-122"/>
              <a:ea typeface="微软雅黑" panose="020B0503020204020204" charset="-122"/>
            </a:endParaRPr>
          </a:p>
        </p:txBody>
      </p:sp>
    </p:spTree>
    <p:custDataLst>
      <p:tags r:id="rId14"/>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3"/>
          <p:cNvSpPr>
            <a:spLocks noGrp="1"/>
          </p:cNvSpPr>
          <p:nvPr>
            <p:custDataLst>
              <p:tags r:id="rId1"/>
            </p:custDataLst>
          </p:nvPr>
        </p:nvSpPr>
        <p:spPr>
          <a:xfrm>
            <a:off x="9899650" y="6490335"/>
            <a:ext cx="2133600" cy="365125"/>
          </a:xfrm>
          <a:prstGeom prst="rect">
            <a:avLst/>
          </a:prstGeom>
        </p:spPr>
        <p:txBody>
          <a:bodyPr vert="horz" lIns="91440" tIns="45720" rIns="91440" bIns="45720" rtlCol="0" anchor="ctr"/>
          <a:lstStyle>
            <a:defPPr>
              <a:defRPr lang="zh-CN"/>
            </a:defPPr>
            <a:lvl1pPr marL="0" algn="r" defTabSz="914400" rtl="0" eaLnBrk="1" fontAlgn="auto" latinLnBrk="0" hangingPunct="1">
              <a:spcBef>
                <a:spcPts val="0"/>
              </a:spcBef>
              <a:spcAft>
                <a:spcPts val="0"/>
              </a:spcAft>
              <a:defRPr sz="1200" b="1" kern="1200">
                <a:solidFill>
                  <a:schemeClr val="tx1">
                    <a:tint val="75000"/>
                  </a:schemeClr>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261D8B3-0104-4129-817E-1C07D6A99DE4}" type="slidenum">
              <a:rPr lang="zh-CN" altLang="en-US" sz="1400" smtClean="0">
                <a:solidFill>
                  <a:prstClr val="black">
                    <a:tint val="75000"/>
                  </a:prstClr>
                </a:solidFill>
              </a:rPr>
            </a:fld>
            <a:endParaRPr lang="zh-CN" altLang="en-US" sz="1400">
              <a:solidFill>
                <a:prstClr val="black">
                  <a:tint val="75000"/>
                </a:prstClr>
              </a:solidFill>
            </a:endParaRPr>
          </a:p>
        </p:txBody>
      </p:sp>
      <p:pic>
        <p:nvPicPr>
          <p:cNvPr id="8" name="图片 7"/>
          <p:cNvPicPr>
            <a:picLocks noChangeAspect="1"/>
          </p:cNvPicPr>
          <p:nvPr/>
        </p:nvPicPr>
        <p:blipFill rotWithShape="1">
          <a:blip r:embed="rId2" cstate="print">
            <a:duotone>
              <a:schemeClr val="accent6">
                <a:shade val="45000"/>
                <a:satMod val="135000"/>
              </a:schemeClr>
              <a:prstClr val="white"/>
            </a:duotone>
          </a:blip>
          <a:srcRect r="76362"/>
          <a:stretch>
            <a:fillRect/>
          </a:stretch>
        </p:blipFill>
        <p:spPr>
          <a:xfrm>
            <a:off x="11141111" y="0"/>
            <a:ext cx="804015" cy="719931"/>
          </a:xfrm>
          <a:prstGeom prst="rect">
            <a:avLst/>
          </a:prstGeom>
        </p:spPr>
      </p:pic>
      <p:sp>
        <p:nvSpPr>
          <p:cNvPr id="4" name="文本框 3"/>
          <p:cNvSpPr txBox="1"/>
          <p:nvPr>
            <p:custDataLst>
              <p:tags r:id="rId3"/>
            </p:custDataLst>
          </p:nvPr>
        </p:nvSpPr>
        <p:spPr>
          <a:xfrm>
            <a:off x="288290" y="30480"/>
            <a:ext cx="10709856" cy="641350"/>
          </a:xfrm>
          <a:prstGeom prst="rect">
            <a:avLst/>
          </a:prstGeom>
          <a:noFill/>
        </p:spPr>
        <p:txBody>
          <a:bodyPr wrap="square" rtlCol="0">
            <a:noAutofit/>
          </a:bodyPr>
          <a:lstStyle/>
          <a:p>
            <a:r>
              <a:rPr kumimoji="1" lang="en-US" sz="3200" b="1" dirty="0">
                <a:solidFill>
                  <a:schemeClr val="bg1"/>
                </a:solidFill>
                <a:latin typeface="微软雅黑" panose="020B0503020204020204" charset="-122"/>
                <a:ea typeface="微软雅黑" panose="020B0503020204020204" charset="-122"/>
              </a:rPr>
              <a:t>Design2: </a:t>
            </a:r>
            <a:r>
              <a:rPr kumimoji="1" lang="zh-CN" altLang="en-US" sz="3200" b="1" dirty="0">
                <a:solidFill>
                  <a:schemeClr val="bg1"/>
                </a:solidFill>
                <a:latin typeface="微软雅黑" panose="020B0503020204020204" charset="-122"/>
                <a:ea typeface="微软雅黑" panose="020B0503020204020204" charset="-122"/>
              </a:rPr>
              <a:t>。。。。的</a:t>
            </a:r>
            <a:r>
              <a:rPr kumimoji="1" lang="en-US" altLang="zh-CN" sz="3200" b="1" dirty="0">
                <a:solidFill>
                  <a:schemeClr val="bg1"/>
                </a:solidFill>
                <a:latin typeface="微软雅黑" panose="020B0503020204020204" charset="-122"/>
                <a:ea typeface="微软雅黑" panose="020B0503020204020204" charset="-122"/>
              </a:rPr>
              <a:t>M</a:t>
            </a:r>
            <a:r>
              <a:rPr kumimoji="1" lang="en-US" altLang="zh-CN" sz="3200" b="1" dirty="0">
                <a:solidFill>
                  <a:schemeClr val="bg1"/>
                </a:solidFill>
                <a:latin typeface="微软雅黑" panose="020B0503020204020204" charset="-122"/>
                <a:ea typeface="微软雅黑" panose="020B0503020204020204" charset="-122"/>
              </a:rPr>
              <a:t>erge</a:t>
            </a:r>
            <a:endParaRPr kumimoji="1" lang="en-US" altLang="zh-CN" sz="3200" b="1" dirty="0">
              <a:solidFill>
                <a:schemeClr val="bg1"/>
              </a:solidFill>
              <a:latin typeface="微软雅黑" panose="020B0503020204020204" charset="-122"/>
              <a:ea typeface="微软雅黑" panose="020B0503020204020204" charset="-122"/>
            </a:endParaRPr>
          </a:p>
        </p:txBody>
      </p:sp>
    </p:spTree>
    <p:custDataLst>
      <p:tags r:id="rId4"/>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3"/>
          <p:cNvSpPr>
            <a:spLocks noGrp="1"/>
          </p:cNvSpPr>
          <p:nvPr>
            <p:custDataLst>
              <p:tags r:id="rId1"/>
            </p:custDataLst>
          </p:nvPr>
        </p:nvSpPr>
        <p:spPr>
          <a:xfrm>
            <a:off x="9899650" y="6490335"/>
            <a:ext cx="2133600" cy="365125"/>
          </a:xfrm>
          <a:prstGeom prst="rect">
            <a:avLst/>
          </a:prstGeom>
        </p:spPr>
        <p:txBody>
          <a:bodyPr vert="horz" lIns="91440" tIns="45720" rIns="91440" bIns="45720" rtlCol="0" anchor="ctr"/>
          <a:lstStyle>
            <a:defPPr>
              <a:defRPr lang="zh-CN"/>
            </a:defPPr>
            <a:lvl1pPr marL="0" algn="r" defTabSz="914400" rtl="0" eaLnBrk="1" fontAlgn="auto" latinLnBrk="0" hangingPunct="1">
              <a:spcBef>
                <a:spcPts val="0"/>
              </a:spcBef>
              <a:spcAft>
                <a:spcPts val="0"/>
              </a:spcAft>
              <a:defRPr sz="1200" b="1" kern="1200">
                <a:solidFill>
                  <a:schemeClr val="tx1">
                    <a:tint val="75000"/>
                  </a:schemeClr>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261D8B3-0104-4129-817E-1C07D6A99DE4}" type="slidenum">
              <a:rPr lang="zh-CN" altLang="en-US" sz="1400" smtClean="0">
                <a:solidFill>
                  <a:prstClr val="black">
                    <a:tint val="75000"/>
                  </a:prstClr>
                </a:solidFill>
              </a:rPr>
            </a:fld>
            <a:endParaRPr lang="zh-CN" altLang="en-US" sz="1400">
              <a:solidFill>
                <a:prstClr val="black">
                  <a:tint val="75000"/>
                </a:prstClr>
              </a:solidFill>
            </a:endParaRPr>
          </a:p>
        </p:txBody>
      </p:sp>
      <p:pic>
        <p:nvPicPr>
          <p:cNvPr id="8" name="图片 7"/>
          <p:cNvPicPr>
            <a:picLocks noChangeAspect="1"/>
          </p:cNvPicPr>
          <p:nvPr/>
        </p:nvPicPr>
        <p:blipFill rotWithShape="1">
          <a:blip r:embed="rId2" cstate="print">
            <a:duotone>
              <a:schemeClr val="accent6">
                <a:shade val="45000"/>
                <a:satMod val="135000"/>
              </a:schemeClr>
              <a:prstClr val="white"/>
            </a:duotone>
          </a:blip>
          <a:srcRect r="76362"/>
          <a:stretch>
            <a:fillRect/>
          </a:stretch>
        </p:blipFill>
        <p:spPr>
          <a:xfrm>
            <a:off x="11141111" y="0"/>
            <a:ext cx="804015" cy="719931"/>
          </a:xfrm>
          <a:prstGeom prst="rect">
            <a:avLst/>
          </a:prstGeom>
        </p:spPr>
      </p:pic>
      <p:sp>
        <p:nvSpPr>
          <p:cNvPr id="4" name="文本框 3"/>
          <p:cNvSpPr txBox="1"/>
          <p:nvPr>
            <p:custDataLst>
              <p:tags r:id="rId3"/>
            </p:custDataLst>
          </p:nvPr>
        </p:nvSpPr>
        <p:spPr>
          <a:xfrm>
            <a:off x="288290" y="30480"/>
            <a:ext cx="10709856" cy="641350"/>
          </a:xfrm>
          <a:prstGeom prst="rect">
            <a:avLst/>
          </a:prstGeom>
          <a:noFill/>
        </p:spPr>
        <p:txBody>
          <a:bodyPr wrap="square" rtlCol="0">
            <a:noAutofit/>
          </a:bodyPr>
          <a:lstStyle/>
          <a:p>
            <a:r>
              <a:rPr kumimoji="1" lang="en-US" sz="3200" b="1" dirty="0">
                <a:solidFill>
                  <a:schemeClr val="bg1"/>
                </a:solidFill>
                <a:latin typeface="微软雅黑" panose="020B0503020204020204" charset="-122"/>
                <a:ea typeface="微软雅黑" panose="020B0503020204020204" charset="-122"/>
              </a:rPr>
              <a:t>Design3: </a:t>
            </a:r>
            <a:r>
              <a:rPr kumimoji="1" lang="zh-CN" altLang="en-US" sz="3200" b="1" dirty="0">
                <a:solidFill>
                  <a:schemeClr val="bg1"/>
                </a:solidFill>
                <a:latin typeface="微软雅黑" panose="020B0503020204020204" charset="-122"/>
                <a:ea typeface="微软雅黑" panose="020B0503020204020204" charset="-122"/>
              </a:rPr>
              <a:t>。。。。的</a:t>
            </a:r>
            <a:r>
              <a:rPr kumimoji="1" lang="en-US" altLang="zh-CN" sz="3200" b="1" dirty="0">
                <a:solidFill>
                  <a:schemeClr val="bg1"/>
                </a:solidFill>
                <a:latin typeface="微软雅黑" panose="020B0503020204020204" charset="-122"/>
                <a:ea typeface="微软雅黑" panose="020B0503020204020204" charset="-122"/>
              </a:rPr>
              <a:t>H</a:t>
            </a:r>
            <a:r>
              <a:rPr kumimoji="1" lang="en-US" altLang="zh-CN" sz="3200" b="1" dirty="0">
                <a:solidFill>
                  <a:schemeClr val="bg1"/>
                </a:solidFill>
                <a:latin typeface="微软雅黑" panose="020B0503020204020204" charset="-122"/>
                <a:ea typeface="微软雅黑" panose="020B0503020204020204" charset="-122"/>
              </a:rPr>
              <a:t>ash</a:t>
            </a:r>
            <a:endParaRPr kumimoji="1" lang="en-US" altLang="zh-CN" sz="3200" b="1" dirty="0">
              <a:solidFill>
                <a:schemeClr val="bg1"/>
              </a:solidFill>
              <a:latin typeface="微软雅黑" panose="020B0503020204020204" charset="-122"/>
              <a:ea typeface="微软雅黑" panose="020B0503020204020204" charset="-122"/>
            </a:endParaRPr>
          </a:p>
        </p:txBody>
      </p:sp>
    </p:spTree>
    <p:custDataLst>
      <p:tags r:id="rId4"/>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3"/>
          <p:cNvSpPr>
            <a:spLocks noGrp="1"/>
          </p:cNvSpPr>
          <p:nvPr>
            <p:custDataLst>
              <p:tags r:id="rId1"/>
            </p:custDataLst>
          </p:nvPr>
        </p:nvSpPr>
        <p:spPr>
          <a:xfrm>
            <a:off x="9899650" y="6490335"/>
            <a:ext cx="2133600" cy="365125"/>
          </a:xfrm>
          <a:prstGeom prst="rect">
            <a:avLst/>
          </a:prstGeom>
        </p:spPr>
        <p:txBody>
          <a:bodyPr vert="horz" lIns="91440" tIns="45720" rIns="91440" bIns="45720" rtlCol="0" anchor="ctr"/>
          <a:lstStyle>
            <a:defPPr>
              <a:defRPr lang="zh-CN"/>
            </a:defPPr>
            <a:lvl1pPr marL="0" algn="r" defTabSz="914400" rtl="0" eaLnBrk="1" fontAlgn="auto" latinLnBrk="0" hangingPunct="1">
              <a:spcBef>
                <a:spcPts val="0"/>
              </a:spcBef>
              <a:spcAft>
                <a:spcPts val="0"/>
              </a:spcAft>
              <a:defRPr sz="1200" b="1" kern="1200">
                <a:solidFill>
                  <a:schemeClr val="tx1">
                    <a:tint val="75000"/>
                  </a:schemeClr>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261D8B3-0104-4129-817E-1C07D6A99DE4}" type="slidenum">
              <a:rPr lang="zh-CN" altLang="en-US" sz="1400" smtClean="0">
                <a:solidFill>
                  <a:prstClr val="black">
                    <a:tint val="75000"/>
                  </a:prstClr>
                </a:solidFill>
              </a:rPr>
            </a:fld>
            <a:endParaRPr lang="zh-CN" altLang="en-US" sz="1400">
              <a:solidFill>
                <a:prstClr val="black">
                  <a:tint val="75000"/>
                </a:prstClr>
              </a:solidFill>
            </a:endParaRPr>
          </a:p>
        </p:txBody>
      </p:sp>
      <p:sp>
        <p:nvSpPr>
          <p:cNvPr id="4" name="文本框 3"/>
          <p:cNvSpPr txBox="1"/>
          <p:nvPr>
            <p:custDataLst>
              <p:tags r:id="rId2"/>
            </p:custDataLst>
          </p:nvPr>
        </p:nvSpPr>
        <p:spPr>
          <a:xfrm>
            <a:off x="53975" y="30480"/>
            <a:ext cx="11416030" cy="641350"/>
          </a:xfrm>
          <a:prstGeom prst="rect">
            <a:avLst/>
          </a:prstGeom>
          <a:noFill/>
        </p:spPr>
        <p:txBody>
          <a:bodyPr wrap="square" rtlCol="0">
            <a:noAutofit/>
          </a:bodyPr>
          <a:lstStyle/>
          <a:p>
            <a:r>
              <a:rPr kumimoji="1" lang="en-US" sz="3200" b="1" dirty="0">
                <a:solidFill>
                  <a:schemeClr val="bg1"/>
                </a:solidFill>
                <a:latin typeface="微软雅黑" panose="020B0503020204020204" charset="-122"/>
                <a:ea typeface="微软雅黑" panose="020B0503020204020204" charset="-122"/>
              </a:rPr>
              <a:t>Design 4: </a:t>
            </a:r>
            <a:r>
              <a:rPr kumimoji="1" lang="en-US" altLang="zh-CN" sz="3200" b="1" dirty="0">
                <a:solidFill>
                  <a:schemeClr val="bg1"/>
                </a:solidFill>
                <a:latin typeface="微软雅黑" panose="020B0503020204020204" charset="-122"/>
                <a:ea typeface="微软雅黑" panose="020B0503020204020204" charset="-122"/>
              </a:rPr>
              <a:t>Symmetry-Aware Adaptive Dispatch for </a:t>
            </a:r>
            <a:r>
              <a:rPr kumimoji="1" lang="en-US" altLang="zh-CN" sz="3200" b="1" i="1" dirty="0">
                <a:solidFill>
                  <a:schemeClr val="bg1"/>
                </a:solidFill>
                <a:latin typeface="微软雅黑" panose="020B0503020204020204" charset="-122"/>
                <a:ea typeface="微软雅黑" panose="020B0503020204020204" charset="-122"/>
              </a:rPr>
              <a:t>AA</a:t>
            </a:r>
            <a:r>
              <a:rPr kumimoji="1" lang="en-US" altLang="zh-CN" sz="3200" b="1" i="1" baseline="30000" dirty="0">
                <a:solidFill>
                  <a:schemeClr val="bg1"/>
                </a:solidFill>
                <a:latin typeface="微软雅黑" panose="020B0503020204020204" charset="-122"/>
                <a:ea typeface="微软雅黑" panose="020B0503020204020204" charset="-122"/>
              </a:rPr>
              <a:t>T</a:t>
            </a:r>
            <a:endParaRPr kumimoji="1" lang="en-US" altLang="zh-CN" sz="3200" b="1" i="1" baseline="30000" dirty="0">
              <a:solidFill>
                <a:schemeClr val="bg1"/>
              </a:solidFill>
              <a:latin typeface="微软雅黑" panose="020B0503020204020204" charset="-122"/>
              <a:ea typeface="微软雅黑" panose="020B0503020204020204" charset="-122"/>
            </a:endParaRPr>
          </a:p>
        </p:txBody>
      </p:sp>
      <p:pic>
        <p:nvPicPr>
          <p:cNvPr id="2" name="图片 1"/>
          <p:cNvPicPr>
            <a:picLocks noChangeAspect="1"/>
          </p:cNvPicPr>
          <p:nvPr/>
        </p:nvPicPr>
        <p:blipFill rotWithShape="1">
          <a:blip r:embed="rId3" cstate="print">
            <a:duotone>
              <a:schemeClr val="accent6">
                <a:shade val="45000"/>
                <a:satMod val="135000"/>
              </a:schemeClr>
              <a:prstClr val="white"/>
            </a:duotone>
          </a:blip>
          <a:srcRect r="76362"/>
          <a:stretch>
            <a:fillRect/>
          </a:stretch>
        </p:blipFill>
        <p:spPr>
          <a:xfrm>
            <a:off x="11430635" y="0"/>
            <a:ext cx="688975" cy="617220"/>
          </a:xfrm>
          <a:prstGeom prst="rect">
            <a:avLst/>
          </a:prstGeom>
        </p:spPr>
      </p:pic>
      <mc:AlternateContent xmlns:mc="http://schemas.openxmlformats.org/markup-compatibility/2006">
        <mc:Choice xmlns:a14="http://schemas.microsoft.com/office/drawing/2010/main" Requires="a14">
          <p:sp>
            <p:nvSpPr>
              <p:cNvPr id="3" name="文本框 2"/>
              <p:cNvSpPr txBox="1"/>
              <p:nvPr/>
            </p:nvSpPr>
            <p:spPr>
              <a:xfrm>
                <a:off x="9056306" y="743839"/>
                <a:ext cx="2967990" cy="391795"/>
              </a:xfrm>
              <a:prstGeom prst="rect">
                <a:avLst/>
              </a:prstGeom>
              <a:noFill/>
            </p:spPr>
            <p:txBody>
              <a:bodyPr wrap="none" rtlCol="0" anchor="t">
                <a:spAutoFit/>
              </a:bodyPr>
              <a:p>
                <a:pPr algn="l"/>
                <a14:m>
                  <m:oMathPara xmlns:m="http://schemas.openxmlformats.org/officeDocument/2006/math">
                    <m:oMathParaPr>
                      <m:jc m:val="centerGroup"/>
                    </m:oMathParaPr>
                    <m:oMath xmlns:m="http://schemas.openxmlformats.org/officeDocument/2006/math">
                      <m:sSup>
                        <m:sSupPr>
                          <m:ctrlPr>
                            <a:rPr lang="en-US" altLang="zh-CN" sz="2000" i="1">
                              <a:latin typeface="Cambria Math" panose="02040503050406030204" charset="0"/>
                              <a:cs typeface="Cambria Math" panose="02040503050406030204" charset="0"/>
                            </a:rPr>
                          </m:ctrlPr>
                        </m:sSupPr>
                        <m:e>
                          <m:r>
                            <a:rPr lang="en-US" altLang="zh-CN" sz="2000" i="1">
                              <a:latin typeface="Cambria Math" panose="02040503050406030204" charset="0"/>
                              <a:cs typeface="Cambria Math" panose="02040503050406030204" charset="0"/>
                            </a:rPr>
                            <m:t>(</m:t>
                          </m:r>
                          <m:r>
                            <a:rPr lang="en-US" altLang="zh-CN" sz="2000" i="1">
                              <a:latin typeface="Cambria Math" panose="02040503050406030204" charset="0"/>
                              <a:cs typeface="Cambria Math" panose="02040503050406030204" charset="0"/>
                            </a:rPr>
                            <m:t>𝐴</m:t>
                          </m:r>
                          <m:sSup>
                            <m:sSupPr>
                              <m:ctrlPr>
                                <a:rPr lang="en-US" altLang="zh-CN" sz="2000" i="1">
                                  <a:latin typeface="Cambria Math" panose="02040503050406030204" charset="0"/>
                                  <a:cs typeface="Cambria Math" panose="02040503050406030204" charset="0"/>
                                </a:rPr>
                              </m:ctrlPr>
                            </m:sSupPr>
                            <m:e>
                              <m:r>
                                <a:rPr lang="en-US" altLang="zh-CN" sz="2000" i="1">
                                  <a:latin typeface="Cambria Math" panose="02040503050406030204" charset="0"/>
                                  <a:cs typeface="Cambria Math" panose="02040503050406030204" charset="0"/>
                                </a:rPr>
                                <m:t>𝐴</m:t>
                              </m:r>
                            </m:e>
                            <m:sup>
                              <m:r>
                                <a:rPr lang="en-US" altLang="zh-CN" sz="2000" i="1">
                                  <a:latin typeface="Cambria Math" panose="02040503050406030204" charset="0"/>
                                  <a:cs typeface="Cambria Math" panose="02040503050406030204" charset="0"/>
                                </a:rPr>
                                <m:t>𝑇</m:t>
                              </m:r>
                            </m:sup>
                          </m:sSup>
                          <m:r>
                            <a:rPr lang="en-US" altLang="zh-CN" sz="2000" i="1">
                              <a:latin typeface="Cambria Math" panose="02040503050406030204" charset="0"/>
                              <a:cs typeface="Cambria Math" panose="02040503050406030204" charset="0"/>
                            </a:rPr>
                            <m:t>)</m:t>
                          </m:r>
                        </m:e>
                        <m:sup>
                          <m:r>
                            <a:rPr lang="en-US" altLang="zh-CN" sz="2000" i="1">
                              <a:latin typeface="Cambria Math" panose="02040503050406030204" charset="0"/>
                              <a:cs typeface="Cambria Math" panose="02040503050406030204" charset="0"/>
                            </a:rPr>
                            <m:t>𝑇</m:t>
                          </m:r>
                        </m:sup>
                      </m:sSup>
                      <m:r>
                        <a:rPr lang="en-US" altLang="zh-CN" sz="2000" i="1">
                          <a:latin typeface="Cambria Math" panose="02040503050406030204" charset="0"/>
                          <a:cs typeface="Cambria Math" panose="02040503050406030204" charset="0"/>
                        </a:rPr>
                        <m:t>=</m:t>
                      </m:r>
                      <m:sSup>
                        <m:sSupPr>
                          <m:ctrlPr>
                            <a:rPr lang="en-US" altLang="zh-CN" sz="2000" i="1">
                              <a:latin typeface="Cambria Math" panose="02040503050406030204" charset="0"/>
                              <a:cs typeface="Cambria Math" panose="02040503050406030204" charset="0"/>
                            </a:rPr>
                          </m:ctrlPr>
                        </m:sSupPr>
                        <m:e>
                          <m:r>
                            <a:rPr lang="en-US" altLang="zh-CN" sz="2000" i="1">
                              <a:latin typeface="Cambria Math" panose="02040503050406030204" charset="0"/>
                              <a:cs typeface="Cambria Math" panose="02040503050406030204" charset="0"/>
                            </a:rPr>
                            <m:t>(</m:t>
                          </m:r>
                          <m:sSup>
                            <m:sSupPr>
                              <m:ctrlPr>
                                <a:rPr lang="en-US" altLang="zh-CN" sz="2000" i="1">
                                  <a:latin typeface="Cambria Math" panose="02040503050406030204" charset="0"/>
                                  <a:cs typeface="Cambria Math" panose="02040503050406030204" charset="0"/>
                                </a:rPr>
                              </m:ctrlPr>
                            </m:sSupPr>
                            <m:e>
                              <m:r>
                                <a:rPr lang="en-US" altLang="zh-CN" sz="2000" i="1">
                                  <a:latin typeface="Cambria Math" panose="02040503050406030204" charset="0"/>
                                  <a:cs typeface="Cambria Math" panose="02040503050406030204" charset="0"/>
                                </a:rPr>
                                <m:t>𝐴</m:t>
                              </m:r>
                            </m:e>
                            <m:sup>
                              <m:r>
                                <a:rPr lang="en-US" altLang="zh-CN" sz="2000" i="1">
                                  <a:latin typeface="Cambria Math" panose="02040503050406030204" charset="0"/>
                                  <a:cs typeface="Cambria Math" panose="02040503050406030204" charset="0"/>
                                </a:rPr>
                                <m:t>𝑇</m:t>
                              </m:r>
                            </m:sup>
                          </m:sSup>
                          <m:r>
                            <a:rPr lang="en-US" altLang="zh-CN" sz="2000" i="1">
                              <a:latin typeface="Cambria Math" panose="02040503050406030204" charset="0"/>
                              <a:cs typeface="Cambria Math" panose="02040503050406030204" charset="0"/>
                            </a:rPr>
                            <m:t>)</m:t>
                          </m:r>
                        </m:e>
                        <m:sup>
                          <m:r>
                            <a:rPr lang="en-US" altLang="zh-CN" sz="2000" i="1">
                              <a:latin typeface="Cambria Math" panose="02040503050406030204" charset="0"/>
                              <a:cs typeface="Cambria Math" panose="02040503050406030204" charset="0"/>
                            </a:rPr>
                            <m:t>𝑇</m:t>
                          </m:r>
                        </m:sup>
                      </m:sSup>
                      <m:sSup>
                        <m:sSupPr>
                          <m:ctrlPr>
                            <a:rPr lang="en-US" altLang="zh-CN" sz="2000" i="1">
                              <a:latin typeface="Cambria Math" panose="02040503050406030204" charset="0"/>
                              <a:cs typeface="Cambria Math" panose="02040503050406030204" charset="0"/>
                            </a:rPr>
                          </m:ctrlPr>
                        </m:sSupPr>
                        <m:e>
                          <m:r>
                            <a:rPr lang="en-US" altLang="zh-CN" sz="2000" i="1">
                              <a:latin typeface="Cambria Math" panose="02040503050406030204" charset="0"/>
                              <a:cs typeface="Cambria Math" panose="02040503050406030204" charset="0"/>
                            </a:rPr>
                            <m:t>𝐴</m:t>
                          </m:r>
                        </m:e>
                        <m:sup>
                          <m:r>
                            <a:rPr lang="en-US" altLang="zh-CN" sz="2000" i="1">
                              <a:latin typeface="Cambria Math" panose="02040503050406030204" charset="0"/>
                              <a:cs typeface="Cambria Math" panose="02040503050406030204" charset="0"/>
                            </a:rPr>
                            <m:t>𝑇</m:t>
                          </m:r>
                        </m:sup>
                      </m:sSup>
                      <m:r>
                        <a:rPr lang="en-US" altLang="zh-CN" sz="2000" i="1">
                          <a:latin typeface="Cambria Math" panose="02040503050406030204" charset="0"/>
                          <a:cs typeface="Cambria Math" panose="02040503050406030204" charset="0"/>
                        </a:rPr>
                        <m:t>=</m:t>
                      </m:r>
                      <m:r>
                        <a:rPr lang="en-US" altLang="zh-CN" sz="2000" i="1">
                          <a:latin typeface="Cambria Math" panose="02040503050406030204" charset="0"/>
                          <a:cs typeface="Cambria Math" panose="02040503050406030204" charset="0"/>
                        </a:rPr>
                        <m:t>𝐴</m:t>
                      </m:r>
                      <m:sSup>
                        <m:sSupPr>
                          <m:ctrlPr>
                            <a:rPr lang="en-US" altLang="zh-CN" sz="2000" i="1">
                              <a:latin typeface="Cambria Math" panose="02040503050406030204" charset="0"/>
                              <a:cs typeface="Cambria Math" panose="02040503050406030204" charset="0"/>
                            </a:rPr>
                          </m:ctrlPr>
                        </m:sSupPr>
                        <m:e>
                          <m:r>
                            <a:rPr lang="en-US" altLang="zh-CN" sz="2000" i="1">
                              <a:latin typeface="Cambria Math" panose="02040503050406030204" charset="0"/>
                              <a:cs typeface="Cambria Math" panose="02040503050406030204" charset="0"/>
                            </a:rPr>
                            <m:t>𝐴</m:t>
                          </m:r>
                        </m:e>
                        <m:sup>
                          <m:r>
                            <a:rPr lang="en-US" altLang="zh-CN" sz="2000" i="1">
                              <a:latin typeface="Cambria Math" panose="02040503050406030204" charset="0"/>
                              <a:cs typeface="Cambria Math" panose="02040503050406030204" charset="0"/>
                            </a:rPr>
                            <m:t>𝑇</m:t>
                          </m:r>
                        </m:sup>
                      </m:sSup>
                    </m:oMath>
                  </m:oMathPara>
                </a14:m>
                <a:endParaRPr lang="en-US" altLang="zh-CN" sz="2000" i="1">
                  <a:latin typeface="Cambria Math" panose="02040503050406030204" charset="0"/>
                  <a:cs typeface="Cambria Math" panose="02040503050406030204" charset="0"/>
                </a:endParaRPr>
              </a:p>
            </p:txBody>
          </p:sp>
        </mc:Choice>
        <mc:Fallback>
          <p:sp>
            <p:nvSpPr>
              <p:cNvPr id="3" name="文本框 2"/>
              <p:cNvSpPr txBox="1">
                <a:spLocks noRot="1" noChangeAspect="1" noMove="1" noResize="1" noEditPoints="1" noAdjustHandles="1" noChangeArrowheads="1" noChangeShapeType="1" noTextEdit="1"/>
              </p:cNvSpPr>
              <p:nvPr/>
            </p:nvSpPr>
            <p:spPr>
              <a:xfrm>
                <a:off x="9056306" y="743839"/>
                <a:ext cx="2967990" cy="391795"/>
              </a:xfrm>
              <a:prstGeom prst="rect">
                <a:avLst/>
              </a:prstGeom>
              <a:blipFill rotWithShape="1">
                <a:blip r:embed="rId4"/>
                <a:stretch>
                  <a:fillRect l="-19" t="-65" r="19" b="6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文本框 4"/>
              <p:cNvSpPr txBox="1"/>
              <p:nvPr/>
            </p:nvSpPr>
            <p:spPr>
              <a:xfrm>
                <a:off x="1880235" y="742315"/>
                <a:ext cx="6913245" cy="420370"/>
              </a:xfrm>
              <a:prstGeom prst="rect">
                <a:avLst/>
              </a:prstGeom>
              <a:noFill/>
            </p:spPr>
            <p:txBody>
              <a:bodyPr wrap="square" rtlCol="0">
                <a:spAutoFit/>
              </a:bodyPr>
              <a:p>
                <a:r>
                  <a:rPr sz="2000" b="1">
                    <a:solidFill>
                      <a:srgbClr val="FF0000"/>
                    </a:solidFill>
                    <a:latin typeface="微软雅黑" panose="020B0503020204020204" charset="-122"/>
                    <a:ea typeface="微软雅黑" panose="020B0503020204020204" charset="-122"/>
                    <a:cs typeface="微软雅黑" panose="020B0503020204020204" charset="-122"/>
                  </a:rPr>
                  <a:t>Property</a:t>
                </a:r>
                <a:r>
                  <a:rPr lang="en-US" sz="2000" b="1">
                    <a:solidFill>
                      <a:srgbClr val="FF0000"/>
                    </a:solidFill>
                    <a:latin typeface="微软雅黑" panose="020B0503020204020204" charset="-122"/>
                    <a:ea typeface="微软雅黑" panose="020B0503020204020204" charset="-122"/>
                    <a:cs typeface="微软雅黑" panose="020B0503020204020204" charset="-122"/>
                  </a:rPr>
                  <a:t>: </a:t>
                </a:r>
                <a14:m>
                  <m:oMath xmlns:m="http://schemas.openxmlformats.org/officeDocument/2006/math">
                    <m:r>
                      <a:rPr lang="en-US" altLang="zh-CN" sz="2000" b="1" i="1">
                        <a:solidFill>
                          <a:srgbClr val="FF0000"/>
                        </a:solidFill>
                        <a:latin typeface="Cambria Math" panose="02040503050406030204" charset="0"/>
                        <a:ea typeface="微软雅黑" panose="020B0503020204020204" charset="-122"/>
                        <a:cs typeface="Cambria Math" panose="02040503050406030204" charset="0"/>
                      </a:rPr>
                      <m:t>𝑨</m:t>
                    </m:r>
                    <m:sSup>
                      <m:sSupPr>
                        <m:ctrlPr>
                          <a:rPr lang="en-US" altLang="zh-CN" sz="2000" b="1" i="1">
                            <a:solidFill>
                              <a:srgbClr val="FF0000"/>
                            </a:solidFill>
                            <a:latin typeface="Cambria Math" panose="02040503050406030204" charset="0"/>
                            <a:ea typeface="微软雅黑" panose="020B0503020204020204" charset="-122"/>
                            <a:cs typeface="Cambria Math" panose="02040503050406030204" charset="0"/>
                          </a:rPr>
                        </m:ctrlPr>
                      </m:sSupPr>
                      <m:e>
                        <m:r>
                          <a:rPr lang="en-US" altLang="zh-CN" sz="2000" b="1" i="1">
                            <a:solidFill>
                              <a:srgbClr val="FF0000"/>
                            </a:solidFill>
                            <a:latin typeface="Cambria Math" panose="02040503050406030204" charset="0"/>
                            <a:ea typeface="微软雅黑" panose="020B0503020204020204" charset="-122"/>
                            <a:cs typeface="Cambria Math" panose="02040503050406030204" charset="0"/>
                          </a:rPr>
                          <m:t>𝑨</m:t>
                        </m:r>
                      </m:e>
                      <m:sup>
                        <m:r>
                          <a:rPr lang="en-US" altLang="zh-CN" sz="2000" b="1" i="1">
                            <a:solidFill>
                              <a:srgbClr val="FF0000"/>
                            </a:solidFill>
                            <a:latin typeface="Cambria Math" panose="02040503050406030204" charset="0"/>
                            <a:ea typeface="微软雅黑" panose="020B0503020204020204" charset="-122"/>
                            <a:cs typeface="Cambria Math" panose="02040503050406030204" charset="0"/>
                          </a:rPr>
                          <m:t>𝑻</m:t>
                        </m:r>
                      </m:sup>
                    </m:sSup>
                  </m:oMath>
                </a14:m>
                <a:r>
                  <a:rPr lang="en-US" altLang="zh-CN" sz="2000" b="1">
                    <a:solidFill>
                      <a:srgbClr val="FF0000"/>
                    </a:solidFill>
                    <a:latin typeface="微软雅黑" panose="020B0503020204020204" charset="-122"/>
                    <a:ea typeface="微软雅黑" panose="020B0503020204020204" charset="-122"/>
                    <a:cs typeface="微软雅黑" panose="020B0503020204020204" charset="-122"/>
                  </a:rPr>
                  <a:t>  is symmetric about the main diagonal</a:t>
                </a:r>
                <a:endParaRPr lang="en-US" altLang="zh-CN" sz="2000" b="1">
                  <a:solidFill>
                    <a:srgbClr val="FF0000"/>
                  </a:solidFill>
                  <a:latin typeface="微软雅黑" panose="020B0503020204020204" charset="-122"/>
                  <a:ea typeface="微软雅黑" panose="020B0503020204020204" charset="-122"/>
                  <a:cs typeface="微软雅黑" panose="020B0503020204020204" charset="-122"/>
                </a:endParaRPr>
              </a:p>
            </p:txBody>
          </p:sp>
        </mc:Choice>
        <mc:Fallback>
          <p:sp>
            <p:nvSpPr>
              <p:cNvPr id="5" name="文本框 4"/>
              <p:cNvSpPr txBox="1">
                <a:spLocks noRot="1" noChangeAspect="1" noMove="1" noResize="1" noEditPoints="1" noAdjustHandles="1" noChangeArrowheads="1" noChangeShapeType="1" noTextEdit="1"/>
              </p:cNvSpPr>
              <p:nvPr/>
            </p:nvSpPr>
            <p:spPr>
              <a:xfrm>
                <a:off x="1880235" y="742315"/>
                <a:ext cx="6913245" cy="420370"/>
              </a:xfrm>
              <a:prstGeom prst="rect">
                <a:avLst/>
              </a:prstGeom>
              <a:blipFill rotWithShape="1">
                <a:blip r:embed="rId5"/>
                <a:stretch>
                  <a:fillRect/>
                </a:stretch>
              </a:blipFill>
            </p:spPr>
            <p:txBody>
              <a:bodyPr/>
              <a:lstStyle/>
              <a:p>
                <a:r>
                  <a:rPr lang="zh-CN" altLang="en-US">
                    <a:noFill/>
                  </a:rPr>
                  <a:t> </a:t>
                </a:r>
              </a:p>
            </p:txBody>
          </p:sp>
        </mc:Fallback>
      </mc:AlternateContent>
      <p:sp>
        <p:nvSpPr>
          <p:cNvPr id="12" name="矩形: 圆角 4"/>
          <p:cNvSpPr/>
          <p:nvPr>
            <p:custDataLst>
              <p:tags r:id="rId6"/>
            </p:custDataLst>
          </p:nvPr>
        </p:nvSpPr>
        <p:spPr>
          <a:xfrm>
            <a:off x="241935" y="1673225"/>
            <a:ext cx="3067050" cy="4728845"/>
          </a:xfrm>
          <a:prstGeom prst="roundRect">
            <a:avLst>
              <a:gd name="adj" fmla="val 2900"/>
            </a:avLst>
          </a:prstGeom>
          <a:noFill/>
          <a:ln w="19050" cap="flat" cmpd="sng" algn="ctr">
            <a:solidFill>
              <a:schemeClr val="tx1">
                <a:alpha val="20000"/>
              </a:schemeClr>
            </a:solidFill>
            <a:prstDash val="dash"/>
            <a:miter lim="800000"/>
          </a:ln>
          <a:effectLst>
            <a:outerShdw blurRad="88900" dist="38100" dir="5400000" algn="t" rotWithShape="0">
              <a:srgbClr val="0A4996">
                <a:alpha val="20000"/>
              </a:srgbClr>
            </a:outerShdw>
          </a:effectLst>
        </p:spPr>
        <p:txBody>
          <a:bodyPr rtlCol="0" anchor="ctr"/>
          <a:lstStyle/>
          <a:p>
            <a:pPr algn="ctr"/>
            <a:endParaRPr lang="zh-CN" altLang="en-US" sz="2800" b="1" dirty="0">
              <a:solidFill>
                <a:srgbClr val="0044A8"/>
              </a:solidFill>
            </a:endParaRPr>
          </a:p>
        </p:txBody>
      </p:sp>
      <p:sp>
        <p:nvSpPr>
          <p:cNvPr id="39" name="矩形: 圆角 38"/>
          <p:cNvSpPr/>
          <p:nvPr>
            <p:custDataLst>
              <p:tags r:id="rId7"/>
            </p:custDataLst>
          </p:nvPr>
        </p:nvSpPr>
        <p:spPr>
          <a:xfrm>
            <a:off x="241935" y="1421130"/>
            <a:ext cx="3067685" cy="527050"/>
          </a:xfrm>
          <a:prstGeom prst="roundRect">
            <a:avLst/>
          </a:prstGeom>
          <a:solidFill>
            <a:srgbClr val="0D77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微软雅黑" panose="020B0503020204020204" charset="-122"/>
                <a:ea typeface="微软雅黑" panose="020B0503020204020204" charset="-122"/>
                <a:cs typeface="微软雅黑" panose="020B0503020204020204" charset="-122"/>
                <a:sym typeface="Wingdings 2" panose="05020102010507070707" pitchFamily="18" charset="2"/>
              </a:rPr>
              <a:t> </a:t>
            </a:r>
            <a:r>
              <a:rPr lang="en-US" altLang="zh-CN" sz="1500" b="1">
                <a:latin typeface="微软雅黑" panose="020B0503020204020204" charset="-122"/>
                <a:ea typeface="微软雅黑" panose="020B0503020204020204" charset="-122"/>
                <a:cs typeface="微软雅黑" panose="020B0503020204020204" charset="-122"/>
                <a:sym typeface="+mn-ea"/>
              </a:rPr>
              <a:t>Symmetry Property</a:t>
            </a:r>
            <a:endParaRPr lang="zh-CN" altLang="en-US" b="1" dirty="0">
              <a:latin typeface="微软雅黑" panose="020B0503020204020204" charset="-122"/>
              <a:ea typeface="微软雅黑" panose="020B0503020204020204" charset="-122"/>
            </a:endParaRPr>
          </a:p>
        </p:txBody>
      </p:sp>
      <p:sp>
        <p:nvSpPr>
          <p:cNvPr id="40" name="矩形: 圆角 39"/>
          <p:cNvSpPr/>
          <p:nvPr>
            <p:custDataLst>
              <p:tags r:id="rId8"/>
            </p:custDataLst>
          </p:nvPr>
        </p:nvSpPr>
        <p:spPr>
          <a:xfrm>
            <a:off x="7069455" y="1427480"/>
            <a:ext cx="4871720" cy="520700"/>
          </a:xfrm>
          <a:prstGeom prst="roundRect">
            <a:avLst/>
          </a:prstGeom>
          <a:solidFill>
            <a:srgbClr val="0D77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latin typeface="微软雅黑" panose="020B0503020204020204" charset="-122"/>
                <a:ea typeface="微软雅黑" panose="020B0503020204020204" charset="-122"/>
                <a:sym typeface="Wingdings 2" panose="05020102010507070707" pitchFamily="18" charset="2"/>
              </a:rPr>
              <a:t></a:t>
            </a:r>
            <a:r>
              <a:rPr lang="en-US" altLang="zh-CN" sz="1500" dirty="0">
                <a:latin typeface="微软雅黑" panose="020B0503020204020204" charset="-122"/>
                <a:ea typeface="微软雅黑" panose="020B0503020204020204" charset="-122"/>
                <a:sym typeface="Wingdings 2" panose="05020102010507070707" pitchFamily="18" charset="2"/>
              </a:rPr>
              <a:t> </a:t>
            </a:r>
            <a:r>
              <a:rPr lang="en-US" altLang="zh-CN" sz="1500" b="1">
                <a:latin typeface="微软雅黑" panose="020B0503020204020204" charset="-122"/>
                <a:ea typeface="微软雅黑" panose="020B0503020204020204" charset="-122"/>
                <a:sym typeface="+mn-ea"/>
              </a:rPr>
              <a:t>GPU-side Adaptive Dispatch within </a:t>
            </a:r>
            <a:r>
              <a:rPr lang="en-US" altLang="zh-CN" sz="1500" b="1">
                <a:latin typeface="微软雅黑" panose="020B0503020204020204" charset="-122"/>
                <a:ea typeface="微软雅黑" panose="020B0503020204020204" charset="-122"/>
                <a:sym typeface="+mn-ea"/>
              </a:rPr>
              <a:t>Triangle </a:t>
            </a:r>
            <a:r>
              <a:rPr lang="en-US" altLang="zh-CN" sz="1500" b="1">
                <a:latin typeface="微软雅黑" panose="020B0503020204020204" charset="-122"/>
                <a:ea typeface="微软雅黑" panose="020B0503020204020204" charset="-122"/>
                <a:sym typeface="+mn-ea"/>
              </a:rPr>
              <a:t> </a:t>
            </a:r>
            <a:endParaRPr lang="en-US" altLang="zh-CN" sz="1500" b="1" dirty="0">
              <a:latin typeface="微软雅黑" panose="020B0503020204020204" charset="-122"/>
              <a:ea typeface="微软雅黑" panose="020B0503020204020204" charset="-122"/>
              <a:sym typeface="+mn-ea"/>
            </a:endParaRPr>
          </a:p>
        </p:txBody>
      </p:sp>
      <p:sp>
        <p:nvSpPr>
          <p:cNvPr id="14" name="矩形: 圆角 4"/>
          <p:cNvSpPr/>
          <p:nvPr>
            <p:custDataLst>
              <p:tags r:id="rId9"/>
            </p:custDataLst>
          </p:nvPr>
        </p:nvSpPr>
        <p:spPr>
          <a:xfrm>
            <a:off x="7075805" y="1673225"/>
            <a:ext cx="4839970" cy="4750435"/>
          </a:xfrm>
          <a:prstGeom prst="roundRect">
            <a:avLst>
              <a:gd name="adj" fmla="val 2900"/>
            </a:avLst>
          </a:prstGeom>
          <a:noFill/>
          <a:ln w="19050" cap="flat" cmpd="sng" algn="ctr">
            <a:solidFill>
              <a:schemeClr val="tx1">
                <a:alpha val="20000"/>
              </a:schemeClr>
            </a:solidFill>
            <a:prstDash val="dash"/>
            <a:miter lim="800000"/>
          </a:ln>
          <a:effectLst>
            <a:outerShdw blurRad="88900" dist="38100" dir="5400000" algn="t" rotWithShape="0">
              <a:srgbClr val="0A4996">
                <a:alpha val="20000"/>
              </a:srgbClr>
            </a:outerShdw>
          </a:effectLst>
        </p:spPr>
        <p:txBody>
          <a:bodyPr rtlCol="0" anchor="ctr"/>
          <a:lstStyle/>
          <a:p>
            <a:pPr algn="ctr"/>
            <a:endParaRPr lang="zh-CN" altLang="en-US" sz="2800" b="1" dirty="0">
              <a:solidFill>
                <a:srgbClr val="0044A8"/>
              </a:solidFill>
            </a:endParaRPr>
          </a:p>
        </p:txBody>
      </p:sp>
      <p:sp>
        <p:nvSpPr>
          <p:cNvPr id="17" name="矩形: 圆角 4"/>
          <p:cNvSpPr/>
          <p:nvPr>
            <p:custDataLst>
              <p:tags r:id="rId10"/>
            </p:custDataLst>
          </p:nvPr>
        </p:nvSpPr>
        <p:spPr>
          <a:xfrm>
            <a:off x="3530600" y="1710055"/>
            <a:ext cx="3323590" cy="4692015"/>
          </a:xfrm>
          <a:prstGeom prst="roundRect">
            <a:avLst>
              <a:gd name="adj" fmla="val 2900"/>
            </a:avLst>
          </a:prstGeom>
          <a:noFill/>
          <a:ln w="19050" cap="flat" cmpd="sng" algn="ctr">
            <a:solidFill>
              <a:schemeClr val="tx1">
                <a:alpha val="20000"/>
              </a:schemeClr>
            </a:solidFill>
            <a:prstDash val="dash"/>
            <a:miter lim="800000"/>
          </a:ln>
          <a:effectLst>
            <a:outerShdw blurRad="88900" dist="38100" dir="5400000" algn="t" rotWithShape="0">
              <a:srgbClr val="0A4996">
                <a:alpha val="20000"/>
              </a:srgbClr>
            </a:outerShdw>
          </a:effectLst>
        </p:spPr>
        <p:txBody>
          <a:bodyPr rtlCol="0" anchor="ctr"/>
          <a:lstStyle/>
          <a:p>
            <a:pPr algn="ctr"/>
            <a:endParaRPr lang="zh-CN" altLang="en-US" sz="2800" b="1" dirty="0">
              <a:solidFill>
                <a:srgbClr val="0044A8"/>
              </a:solidFill>
            </a:endParaRPr>
          </a:p>
        </p:txBody>
      </p:sp>
      <p:sp>
        <p:nvSpPr>
          <p:cNvPr id="18" name="矩形: 圆角 38"/>
          <p:cNvSpPr/>
          <p:nvPr>
            <p:custDataLst>
              <p:tags r:id="rId11"/>
            </p:custDataLst>
          </p:nvPr>
        </p:nvSpPr>
        <p:spPr>
          <a:xfrm>
            <a:off x="3529965" y="1427480"/>
            <a:ext cx="3318510" cy="520700"/>
          </a:xfrm>
          <a:prstGeom prst="roundRect">
            <a:avLst/>
          </a:prstGeom>
          <a:solidFill>
            <a:srgbClr val="0D77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dirty="0">
                <a:latin typeface="微软雅黑" panose="020B0503020204020204" charset="-122"/>
                <a:ea typeface="微软雅黑" panose="020B0503020204020204" charset="-122"/>
                <a:sym typeface="Wingdings 2" panose="05020102010507070707" pitchFamily="18" charset="2"/>
              </a:rPr>
              <a:t> </a:t>
            </a:r>
            <a:r>
              <a:rPr lang="en-US" altLang="zh-CN" sz="1500" b="1">
                <a:latin typeface="微软雅黑" panose="020B0503020204020204" charset="-122"/>
                <a:ea typeface="微软雅黑" panose="020B0503020204020204" charset="-122"/>
                <a:sym typeface="+mn-ea"/>
              </a:rPr>
              <a:t>Irregular Upper-Triangle </a:t>
            </a:r>
            <a:endParaRPr lang="en-US" altLang="zh-CN" sz="1500" b="1" dirty="0">
              <a:latin typeface="微软雅黑" panose="020B0503020204020204" charset="-122"/>
              <a:ea typeface="微软雅黑" panose="020B0503020204020204" charset="-122"/>
              <a:sym typeface="+mn-ea"/>
            </a:endParaRPr>
          </a:p>
        </p:txBody>
      </p:sp>
      <p:sp>
        <p:nvSpPr>
          <p:cNvPr id="20" name="圆角矩形 19"/>
          <p:cNvSpPr/>
          <p:nvPr/>
        </p:nvSpPr>
        <p:spPr>
          <a:xfrm>
            <a:off x="448310" y="5057775"/>
            <a:ext cx="2653665" cy="1081405"/>
          </a:xfrm>
          <a:prstGeom prst="roundRect">
            <a:avLst/>
          </a:prstGeom>
          <a:solidFill>
            <a:schemeClr val="accent1">
              <a:lumMod val="20000"/>
              <a:lumOff val="80000"/>
            </a:schemeClr>
          </a:solidFill>
          <a:ln w="25400" algn="ctr">
            <a:solidFill>
              <a:schemeClr val="tx1"/>
            </a:solidFill>
            <a:round/>
          </a:ln>
        </p:spPr>
        <p:txBody>
          <a:bodyPr wrap="none" lIns="162000" anchor="ctr"/>
          <a:p>
            <a:pPr marL="0" lvl="0" indent="0" algn="l" eaLnBrk="1" hangingPunct="1">
              <a:lnSpc>
                <a:spcPct val="130000"/>
              </a:lnSpc>
              <a:spcBef>
                <a:spcPct val="0"/>
              </a:spcBef>
              <a:buSzPct val="80000"/>
              <a:buFont typeface="Wingdings" panose="05000000000000000000" pitchFamily="2" charset="2"/>
              <a:buNone/>
            </a:pPr>
            <a:endParaRPr lang="en-US" altLang="zh-CN" sz="2400" b="1" dirty="0">
              <a:solidFill>
                <a:srgbClr val="1485A4"/>
              </a:solidFill>
              <a:latin typeface="Times New Roman" panose="02020603050405020304" charset="0"/>
              <a:ea typeface="微软雅黑" panose="020B0503020204020204" charset="-122"/>
              <a:sym typeface="+mn-ea"/>
            </a:endParaRPr>
          </a:p>
        </p:txBody>
      </p:sp>
      <p:sp>
        <p:nvSpPr>
          <p:cNvPr id="24" name="文本框 23"/>
          <p:cNvSpPr txBox="1"/>
          <p:nvPr/>
        </p:nvSpPr>
        <p:spPr>
          <a:xfrm>
            <a:off x="506730" y="5207000"/>
            <a:ext cx="2595245" cy="783590"/>
          </a:xfrm>
          <a:prstGeom prst="rect">
            <a:avLst/>
          </a:prstGeom>
          <a:noFill/>
        </p:spPr>
        <p:txBody>
          <a:bodyPr wrap="square" rtlCol="0">
            <a:spAutoFit/>
          </a:bodyPr>
          <a:p>
            <a:pPr algn="just"/>
            <a:r>
              <a:rPr lang="en-US" altLang="zh-CN" sz="1500" b="1">
                <a:solidFill>
                  <a:srgbClr val="FF0000"/>
                </a:solidFill>
                <a:latin typeface="微软雅黑" panose="020B0503020204020204" charset="-122"/>
                <a:ea typeface="微软雅黑" panose="020B0503020204020204" charset="-122"/>
              </a:rPr>
              <a:t>Opportunity</a:t>
            </a:r>
            <a:r>
              <a:rPr lang="en-US" altLang="zh-CN" sz="1500" b="1">
                <a:latin typeface="微软雅黑" panose="020B0503020204020204" charset="-122"/>
                <a:ea typeface="微软雅黑" panose="020B0503020204020204" charset="-122"/>
              </a:rPr>
              <a:t>: compute only the upper triangle,</a:t>
            </a:r>
            <a:endParaRPr lang="en-US" altLang="zh-CN" sz="1500" b="1">
              <a:latin typeface="微软雅黑" panose="020B0503020204020204" charset="-122"/>
              <a:ea typeface="微软雅黑" panose="020B0503020204020204" charset="-122"/>
            </a:endParaRPr>
          </a:p>
          <a:p>
            <a:pPr algn="just"/>
            <a:r>
              <a:rPr lang="en-US" altLang="zh-CN" sz="1500" b="1">
                <a:latin typeface="微软雅黑" panose="020B0503020204020204" charset="-122"/>
                <a:ea typeface="微软雅黑" panose="020B0503020204020204" charset="-122"/>
              </a:rPr>
              <a:t>Mirror to lower triangle</a:t>
            </a:r>
            <a:endParaRPr lang="en-US" altLang="zh-CN" sz="1500" b="1">
              <a:latin typeface="微软雅黑" panose="020B0503020204020204" charset="-122"/>
              <a:ea typeface="微软雅黑" panose="020B0503020204020204" charset="-122"/>
            </a:endParaRPr>
          </a:p>
        </p:txBody>
      </p:sp>
      <p:pic>
        <p:nvPicPr>
          <p:cNvPr id="37" name="图片 36" descr="放大镜"/>
          <p:cNvPicPr>
            <a:picLocks noChangeAspect="1"/>
          </p:cNvPicPr>
          <p:nvPr/>
        </p:nvPicPr>
        <p:blipFill>
          <a:blip/>
          <a:stretch>
            <a:fillRect/>
          </a:stretch>
        </p:blipFill>
        <p:spPr>
          <a:xfrm>
            <a:off x="724535" y="3493770"/>
            <a:ext cx="428625" cy="428625"/>
          </a:xfrm>
          <a:prstGeom prst="rect">
            <a:avLst/>
          </a:prstGeom>
        </p:spPr>
      </p:pic>
      <p:sp>
        <p:nvSpPr>
          <p:cNvPr id="6" name="矩形 5"/>
          <p:cNvSpPr/>
          <p:nvPr/>
        </p:nvSpPr>
        <p:spPr>
          <a:xfrm>
            <a:off x="688340" y="2288540"/>
            <a:ext cx="288290" cy="288290"/>
          </a:xfrm>
          <a:prstGeom prst="rect">
            <a:avLst/>
          </a:prstGeom>
          <a:solidFill>
            <a:schemeClr val="bg1">
              <a:lumMod val="95000"/>
            </a:schemeClr>
          </a:solidFill>
          <a:ln w="25400" algn="ctr">
            <a:solidFill>
              <a:sysClr val="window" lastClr="FFFFFF">
                <a:lumMod val="65000"/>
              </a:sysClr>
            </a:solidFill>
            <a:round/>
          </a:ln>
        </p:spPr>
        <p:txBody>
          <a:bodyPr wrap="none" lIns="0" tIns="0" rIns="0" bIns="0" anchor="ctr" anchorCtr="1"/>
          <a:p>
            <a:pPr lvl="0" algn="r">
              <a:lnSpc>
                <a:spcPct val="100000"/>
              </a:lnSpc>
              <a:spcBef>
                <a:spcPct val="0"/>
              </a:spcBef>
              <a:buSzPct val="80000"/>
              <a:buFont typeface="Wingdings" panose="05000000000000000000" pitchFamily="2" charset="2"/>
              <a:buNone/>
            </a:pPr>
            <a:r>
              <a:rPr lang="en-US" altLang="zh-CN" sz="1800" b="1" dirty="0">
                <a:solidFill>
                  <a:srgbClr val="1485A4"/>
                </a:solidFill>
                <a:latin typeface="微软雅黑" panose="020B0503020204020204" charset="-122"/>
                <a:ea typeface="微软雅黑" panose="020B0503020204020204" charset="-122"/>
                <a:sym typeface="+mn-ea"/>
              </a:rPr>
              <a:t>1</a:t>
            </a:r>
            <a:endParaRPr lang="en-US" altLang="zh-CN" sz="1800" b="1" dirty="0">
              <a:solidFill>
                <a:srgbClr val="1485A4"/>
              </a:solidFill>
              <a:latin typeface="微软雅黑" panose="020B0503020204020204" charset="-122"/>
              <a:ea typeface="微软雅黑" panose="020B0503020204020204" charset="-122"/>
              <a:sym typeface="+mn-ea"/>
            </a:endParaRPr>
          </a:p>
        </p:txBody>
      </p:sp>
      <p:sp>
        <p:nvSpPr>
          <p:cNvPr id="45" name="文本框 44"/>
          <p:cNvSpPr txBox="1"/>
          <p:nvPr/>
        </p:nvSpPr>
        <p:spPr>
          <a:xfrm>
            <a:off x="1520190" y="2490470"/>
            <a:ext cx="407035" cy="460375"/>
          </a:xfrm>
          <a:prstGeom prst="rect">
            <a:avLst/>
          </a:prstGeom>
          <a:noFill/>
        </p:spPr>
        <p:txBody>
          <a:bodyPr wrap="square" rtlCol="0">
            <a:spAutoFit/>
          </a:bodyPr>
          <a:p>
            <a:r>
              <a:rPr lang="zh-CN" altLang="en-US" sz="2400"/>
              <a:t>✖</a:t>
            </a:r>
            <a:endParaRPr lang="zh-CN" altLang="en-US" sz="2400"/>
          </a:p>
        </p:txBody>
      </p:sp>
      <p:sp>
        <p:nvSpPr>
          <p:cNvPr id="49" name="等于号 48"/>
          <p:cNvSpPr/>
          <p:nvPr/>
        </p:nvSpPr>
        <p:spPr>
          <a:xfrm rot="5400000">
            <a:off x="1568450" y="3262630"/>
            <a:ext cx="311150" cy="273050"/>
          </a:xfrm>
          <a:prstGeom prst="mathEqual">
            <a:avLst/>
          </a:prstGeom>
          <a:solidFill>
            <a:schemeClr val="tx1"/>
          </a:solidFill>
          <a:ln w="9525" algn="ctr">
            <a:noFill/>
            <a:round/>
          </a:ln>
        </p:spPr>
        <p:txBody>
          <a:bodyPr wrap="none" lIns="162000" anchor="ctr"/>
          <a:p>
            <a:pPr marL="0" lvl="0" indent="0" algn="l" eaLnBrk="1" hangingPunct="1">
              <a:lnSpc>
                <a:spcPct val="130000"/>
              </a:lnSpc>
              <a:spcBef>
                <a:spcPct val="0"/>
              </a:spcBef>
              <a:buSzPct val="80000"/>
              <a:buFont typeface="Wingdings" panose="05000000000000000000" pitchFamily="2" charset="2"/>
              <a:buNone/>
            </a:pPr>
            <a:endParaRPr lang="en-US" altLang="zh-CN" sz="2400" b="1" dirty="0">
              <a:solidFill>
                <a:schemeClr val="tx1"/>
              </a:solidFill>
              <a:latin typeface="Times New Roman" panose="02020603050405020304" charset="0"/>
              <a:ea typeface="微软雅黑" panose="020B0503020204020204" charset="-122"/>
              <a:sym typeface="+mn-ea"/>
            </a:endParaRPr>
          </a:p>
        </p:txBody>
      </p:sp>
      <p:sp>
        <p:nvSpPr>
          <p:cNvPr id="86" name="文本框 85"/>
          <p:cNvSpPr txBox="1"/>
          <p:nvPr/>
        </p:nvSpPr>
        <p:spPr>
          <a:xfrm>
            <a:off x="976630" y="1967230"/>
            <a:ext cx="354330" cy="321945"/>
          </a:xfrm>
          <a:prstGeom prst="rect">
            <a:avLst/>
          </a:prstGeom>
          <a:noFill/>
        </p:spPr>
        <p:txBody>
          <a:bodyPr wrap="square" rtlCol="0">
            <a:spAutoFit/>
          </a:bodyPr>
          <a:p>
            <a:pPr algn="just"/>
            <a:r>
              <a:rPr lang="en-US" altLang="zh-CN" sz="1500" b="1">
                <a:latin typeface="微软雅黑" panose="020B0503020204020204" charset="-122"/>
                <a:ea typeface="微软雅黑" panose="020B0503020204020204" charset="-122"/>
              </a:rPr>
              <a:t>A</a:t>
            </a:r>
            <a:endParaRPr lang="en-US" altLang="zh-CN" sz="1500" b="1">
              <a:latin typeface="微软雅黑" panose="020B0503020204020204" charset="-122"/>
              <a:ea typeface="微软雅黑" panose="020B0503020204020204" charset="-122"/>
            </a:endParaRPr>
          </a:p>
        </p:txBody>
      </p:sp>
      <p:sp>
        <p:nvSpPr>
          <p:cNvPr id="87" name="文本框 86"/>
          <p:cNvSpPr txBox="1"/>
          <p:nvPr/>
        </p:nvSpPr>
        <p:spPr>
          <a:xfrm>
            <a:off x="2219960" y="1998980"/>
            <a:ext cx="419100" cy="321945"/>
          </a:xfrm>
          <a:prstGeom prst="rect">
            <a:avLst/>
          </a:prstGeom>
          <a:noFill/>
        </p:spPr>
        <p:txBody>
          <a:bodyPr wrap="square" rtlCol="0">
            <a:spAutoFit/>
          </a:bodyPr>
          <a:p>
            <a:pPr algn="just"/>
            <a:r>
              <a:rPr lang="en-US" altLang="zh-CN" sz="1500" b="1">
                <a:latin typeface="微软雅黑" panose="020B0503020204020204" charset="-122"/>
                <a:ea typeface="微软雅黑" panose="020B0503020204020204" charset="-122"/>
              </a:rPr>
              <a:t>A</a:t>
            </a:r>
            <a:r>
              <a:rPr lang="en-US" altLang="zh-CN" sz="1500" b="1" baseline="30000">
                <a:latin typeface="微软雅黑" panose="020B0503020204020204" charset="-122"/>
                <a:ea typeface="微软雅黑" panose="020B0503020204020204" charset="-122"/>
              </a:rPr>
              <a:t>T</a:t>
            </a:r>
            <a:endParaRPr lang="en-US" altLang="zh-CN" sz="1500" b="1" baseline="30000">
              <a:latin typeface="微软雅黑" panose="020B0503020204020204" charset="-122"/>
              <a:ea typeface="微软雅黑" panose="020B0503020204020204" charset="-122"/>
            </a:endParaRPr>
          </a:p>
        </p:txBody>
      </p:sp>
      <p:sp>
        <p:nvSpPr>
          <p:cNvPr id="88" name="矩形 87"/>
          <p:cNvSpPr/>
          <p:nvPr/>
        </p:nvSpPr>
        <p:spPr>
          <a:xfrm>
            <a:off x="975360" y="2289810"/>
            <a:ext cx="288290" cy="288290"/>
          </a:xfrm>
          <a:prstGeom prst="rect">
            <a:avLst/>
          </a:prstGeom>
          <a:solidFill>
            <a:schemeClr val="bg1">
              <a:lumMod val="95000"/>
            </a:schemeClr>
          </a:solidFill>
          <a:ln w="25400" algn="ctr">
            <a:solidFill>
              <a:sysClr val="window" lastClr="FFFFFF">
                <a:lumMod val="65000"/>
              </a:sysClr>
            </a:solidFill>
            <a:round/>
          </a:ln>
        </p:spPr>
        <p:txBody>
          <a:bodyPr wrap="none" lIns="0" tIns="0" rIns="0" bIns="0" anchor="ctr" anchorCtr="1"/>
          <a:p>
            <a:pPr lvl="0" algn="r">
              <a:lnSpc>
                <a:spcPct val="100000"/>
              </a:lnSpc>
              <a:spcBef>
                <a:spcPct val="0"/>
              </a:spcBef>
              <a:buSzPct val="80000"/>
              <a:buFont typeface="Wingdings" panose="05000000000000000000" pitchFamily="2" charset="2"/>
              <a:buNone/>
            </a:pPr>
            <a:r>
              <a:rPr lang="en-US" altLang="zh-CN" sz="1800" b="1" dirty="0">
                <a:solidFill>
                  <a:srgbClr val="1485A4"/>
                </a:solidFill>
                <a:latin typeface="微软雅黑" panose="020B0503020204020204" charset="-122"/>
                <a:ea typeface="微软雅黑" panose="020B0503020204020204" charset="-122"/>
                <a:sym typeface="+mn-ea"/>
              </a:rPr>
              <a:t>0</a:t>
            </a:r>
            <a:endParaRPr lang="en-US" altLang="zh-CN" sz="1800" b="1" dirty="0">
              <a:solidFill>
                <a:srgbClr val="1485A4"/>
              </a:solidFill>
              <a:latin typeface="微软雅黑" panose="020B0503020204020204" charset="-122"/>
              <a:ea typeface="微软雅黑" panose="020B0503020204020204" charset="-122"/>
              <a:sym typeface="+mn-ea"/>
            </a:endParaRPr>
          </a:p>
        </p:txBody>
      </p:sp>
      <p:sp>
        <p:nvSpPr>
          <p:cNvPr id="89" name="矩形 88"/>
          <p:cNvSpPr/>
          <p:nvPr/>
        </p:nvSpPr>
        <p:spPr>
          <a:xfrm>
            <a:off x="1263650" y="2288540"/>
            <a:ext cx="288290" cy="290830"/>
          </a:xfrm>
          <a:prstGeom prst="rect">
            <a:avLst/>
          </a:prstGeom>
          <a:solidFill>
            <a:schemeClr val="bg1">
              <a:lumMod val="95000"/>
            </a:schemeClr>
          </a:solidFill>
          <a:ln w="25400" algn="ctr">
            <a:solidFill>
              <a:sysClr val="window" lastClr="FFFFFF">
                <a:lumMod val="65000"/>
              </a:sysClr>
            </a:solidFill>
            <a:round/>
          </a:ln>
        </p:spPr>
        <p:txBody>
          <a:bodyPr wrap="none" lIns="0" tIns="0" rIns="0" bIns="0" anchor="ctr" anchorCtr="1"/>
          <a:p>
            <a:pPr lvl="0" algn="r">
              <a:lnSpc>
                <a:spcPct val="100000"/>
              </a:lnSpc>
              <a:spcBef>
                <a:spcPct val="0"/>
              </a:spcBef>
              <a:buSzPct val="80000"/>
              <a:buFont typeface="Wingdings" panose="05000000000000000000" pitchFamily="2" charset="2"/>
              <a:buNone/>
            </a:pPr>
            <a:r>
              <a:rPr lang="en-US" altLang="zh-CN" sz="1800" b="1" dirty="0">
                <a:solidFill>
                  <a:srgbClr val="1485A4"/>
                </a:solidFill>
                <a:latin typeface="微软雅黑" panose="020B0503020204020204" charset="-122"/>
                <a:ea typeface="微软雅黑" panose="020B0503020204020204" charset="-122"/>
                <a:sym typeface="+mn-ea"/>
              </a:rPr>
              <a:t>2</a:t>
            </a:r>
            <a:endParaRPr lang="en-US" altLang="zh-CN" sz="1800" b="1" dirty="0">
              <a:solidFill>
                <a:srgbClr val="1485A4"/>
              </a:solidFill>
              <a:latin typeface="微软雅黑" panose="020B0503020204020204" charset="-122"/>
              <a:ea typeface="微软雅黑" panose="020B0503020204020204" charset="-122"/>
              <a:sym typeface="+mn-ea"/>
            </a:endParaRPr>
          </a:p>
        </p:txBody>
      </p:sp>
      <p:sp>
        <p:nvSpPr>
          <p:cNvPr id="90" name="矩形 89"/>
          <p:cNvSpPr/>
          <p:nvPr/>
        </p:nvSpPr>
        <p:spPr>
          <a:xfrm>
            <a:off x="688340" y="2579370"/>
            <a:ext cx="288290" cy="288290"/>
          </a:xfrm>
          <a:prstGeom prst="rect">
            <a:avLst/>
          </a:prstGeom>
          <a:solidFill>
            <a:schemeClr val="bg1">
              <a:lumMod val="95000"/>
            </a:schemeClr>
          </a:solidFill>
          <a:ln w="25400" algn="ctr">
            <a:solidFill>
              <a:sysClr val="window" lastClr="FFFFFF">
                <a:lumMod val="65000"/>
              </a:sysClr>
            </a:solidFill>
            <a:round/>
          </a:ln>
        </p:spPr>
        <p:txBody>
          <a:bodyPr wrap="none" lIns="0" tIns="0" rIns="0" bIns="0" anchor="ctr" anchorCtr="1"/>
          <a:p>
            <a:pPr lvl="0" algn="r">
              <a:lnSpc>
                <a:spcPct val="100000"/>
              </a:lnSpc>
              <a:spcBef>
                <a:spcPct val="0"/>
              </a:spcBef>
              <a:buSzPct val="80000"/>
              <a:buFont typeface="Wingdings" panose="05000000000000000000" pitchFamily="2" charset="2"/>
              <a:buNone/>
            </a:pPr>
            <a:r>
              <a:rPr lang="en-US" altLang="zh-CN" sz="1800" b="1" dirty="0">
                <a:solidFill>
                  <a:srgbClr val="1485A4"/>
                </a:solidFill>
                <a:latin typeface="微软雅黑" panose="020B0503020204020204" charset="-122"/>
                <a:ea typeface="微软雅黑" panose="020B0503020204020204" charset="-122"/>
                <a:sym typeface="+mn-ea"/>
              </a:rPr>
              <a:t>0</a:t>
            </a:r>
            <a:endParaRPr lang="en-US" altLang="zh-CN" sz="1800" b="1" dirty="0">
              <a:solidFill>
                <a:srgbClr val="1485A4"/>
              </a:solidFill>
              <a:latin typeface="微软雅黑" panose="020B0503020204020204" charset="-122"/>
              <a:ea typeface="微软雅黑" panose="020B0503020204020204" charset="-122"/>
              <a:sym typeface="+mn-ea"/>
            </a:endParaRPr>
          </a:p>
        </p:txBody>
      </p:sp>
      <p:sp>
        <p:nvSpPr>
          <p:cNvPr id="91" name="矩形 90"/>
          <p:cNvSpPr/>
          <p:nvPr/>
        </p:nvSpPr>
        <p:spPr>
          <a:xfrm>
            <a:off x="975360" y="2580640"/>
            <a:ext cx="288290" cy="288290"/>
          </a:xfrm>
          <a:prstGeom prst="rect">
            <a:avLst/>
          </a:prstGeom>
          <a:solidFill>
            <a:schemeClr val="bg1">
              <a:lumMod val="95000"/>
            </a:schemeClr>
          </a:solidFill>
          <a:ln w="25400" algn="ctr">
            <a:solidFill>
              <a:sysClr val="window" lastClr="FFFFFF">
                <a:lumMod val="65000"/>
              </a:sysClr>
            </a:solidFill>
            <a:round/>
          </a:ln>
        </p:spPr>
        <p:txBody>
          <a:bodyPr wrap="none" lIns="0" tIns="0" rIns="0" bIns="0" anchor="ctr" anchorCtr="1"/>
          <a:p>
            <a:pPr lvl="0" algn="r">
              <a:lnSpc>
                <a:spcPct val="100000"/>
              </a:lnSpc>
              <a:spcBef>
                <a:spcPct val="0"/>
              </a:spcBef>
              <a:buSzPct val="80000"/>
              <a:buFont typeface="Wingdings" panose="05000000000000000000" pitchFamily="2" charset="2"/>
              <a:buNone/>
            </a:pPr>
            <a:r>
              <a:rPr lang="en-US" altLang="zh-CN" sz="1800" b="1" dirty="0">
                <a:solidFill>
                  <a:srgbClr val="1485A4"/>
                </a:solidFill>
                <a:latin typeface="微软雅黑" panose="020B0503020204020204" charset="-122"/>
                <a:ea typeface="微软雅黑" panose="020B0503020204020204" charset="-122"/>
                <a:sym typeface="+mn-ea"/>
              </a:rPr>
              <a:t>3</a:t>
            </a:r>
            <a:endParaRPr lang="en-US" altLang="zh-CN" sz="1800" b="1" dirty="0">
              <a:solidFill>
                <a:srgbClr val="1485A4"/>
              </a:solidFill>
              <a:latin typeface="微软雅黑" panose="020B0503020204020204" charset="-122"/>
              <a:ea typeface="微软雅黑" panose="020B0503020204020204" charset="-122"/>
              <a:sym typeface="+mn-ea"/>
            </a:endParaRPr>
          </a:p>
        </p:txBody>
      </p:sp>
      <p:sp>
        <p:nvSpPr>
          <p:cNvPr id="92" name="矩形 91"/>
          <p:cNvSpPr/>
          <p:nvPr/>
        </p:nvSpPr>
        <p:spPr>
          <a:xfrm>
            <a:off x="1263650" y="2579370"/>
            <a:ext cx="288290" cy="290830"/>
          </a:xfrm>
          <a:prstGeom prst="rect">
            <a:avLst/>
          </a:prstGeom>
          <a:solidFill>
            <a:schemeClr val="bg1">
              <a:lumMod val="95000"/>
            </a:schemeClr>
          </a:solidFill>
          <a:ln w="25400" algn="ctr">
            <a:solidFill>
              <a:sysClr val="window" lastClr="FFFFFF">
                <a:lumMod val="65000"/>
              </a:sysClr>
            </a:solidFill>
            <a:round/>
          </a:ln>
        </p:spPr>
        <p:txBody>
          <a:bodyPr wrap="none" lIns="0" tIns="0" rIns="0" bIns="0" anchor="ctr" anchorCtr="1"/>
          <a:p>
            <a:pPr lvl="0" algn="r">
              <a:lnSpc>
                <a:spcPct val="100000"/>
              </a:lnSpc>
              <a:spcBef>
                <a:spcPct val="0"/>
              </a:spcBef>
              <a:buSzPct val="80000"/>
              <a:buFont typeface="Wingdings" panose="05000000000000000000" pitchFamily="2" charset="2"/>
              <a:buNone/>
            </a:pPr>
            <a:r>
              <a:rPr lang="en-US" altLang="zh-CN" sz="1800" b="1" dirty="0">
                <a:solidFill>
                  <a:srgbClr val="1485A4"/>
                </a:solidFill>
                <a:latin typeface="微软雅黑" panose="020B0503020204020204" charset="-122"/>
                <a:ea typeface="微软雅黑" panose="020B0503020204020204" charset="-122"/>
                <a:sym typeface="+mn-ea"/>
              </a:rPr>
              <a:t>0</a:t>
            </a:r>
            <a:endParaRPr lang="en-US" altLang="zh-CN" sz="1800" b="1" dirty="0">
              <a:solidFill>
                <a:srgbClr val="1485A4"/>
              </a:solidFill>
              <a:latin typeface="微软雅黑" panose="020B0503020204020204" charset="-122"/>
              <a:ea typeface="微软雅黑" panose="020B0503020204020204" charset="-122"/>
              <a:sym typeface="+mn-ea"/>
            </a:endParaRPr>
          </a:p>
        </p:txBody>
      </p:sp>
      <p:sp>
        <p:nvSpPr>
          <p:cNvPr id="93" name="矩形 92"/>
          <p:cNvSpPr/>
          <p:nvPr/>
        </p:nvSpPr>
        <p:spPr>
          <a:xfrm>
            <a:off x="688340" y="2863215"/>
            <a:ext cx="288290" cy="288290"/>
          </a:xfrm>
          <a:prstGeom prst="rect">
            <a:avLst/>
          </a:prstGeom>
          <a:solidFill>
            <a:schemeClr val="bg1">
              <a:lumMod val="95000"/>
            </a:schemeClr>
          </a:solidFill>
          <a:ln w="25400" algn="ctr">
            <a:solidFill>
              <a:sysClr val="window" lastClr="FFFFFF">
                <a:lumMod val="65000"/>
              </a:sysClr>
            </a:solidFill>
            <a:round/>
          </a:ln>
        </p:spPr>
        <p:txBody>
          <a:bodyPr wrap="none" lIns="0" tIns="0" rIns="0" bIns="0" anchor="ctr" anchorCtr="1"/>
          <a:p>
            <a:pPr lvl="0" algn="r">
              <a:lnSpc>
                <a:spcPct val="100000"/>
              </a:lnSpc>
              <a:spcBef>
                <a:spcPct val="0"/>
              </a:spcBef>
              <a:buSzPct val="80000"/>
              <a:buFont typeface="Wingdings" panose="05000000000000000000" pitchFamily="2" charset="2"/>
              <a:buNone/>
            </a:pPr>
            <a:r>
              <a:rPr lang="en-US" altLang="zh-CN" sz="1800" b="1" dirty="0">
                <a:solidFill>
                  <a:srgbClr val="1485A4"/>
                </a:solidFill>
                <a:latin typeface="微软雅黑" panose="020B0503020204020204" charset="-122"/>
                <a:ea typeface="微软雅黑" panose="020B0503020204020204" charset="-122"/>
                <a:sym typeface="+mn-ea"/>
              </a:rPr>
              <a:t>4</a:t>
            </a:r>
            <a:endParaRPr lang="en-US" altLang="zh-CN" sz="1800" b="1" dirty="0">
              <a:solidFill>
                <a:srgbClr val="1485A4"/>
              </a:solidFill>
              <a:latin typeface="微软雅黑" panose="020B0503020204020204" charset="-122"/>
              <a:ea typeface="微软雅黑" panose="020B0503020204020204" charset="-122"/>
              <a:sym typeface="+mn-ea"/>
            </a:endParaRPr>
          </a:p>
        </p:txBody>
      </p:sp>
      <p:sp>
        <p:nvSpPr>
          <p:cNvPr id="94" name="矩形 93"/>
          <p:cNvSpPr/>
          <p:nvPr/>
        </p:nvSpPr>
        <p:spPr>
          <a:xfrm>
            <a:off x="975360" y="2864485"/>
            <a:ext cx="288290" cy="288290"/>
          </a:xfrm>
          <a:prstGeom prst="rect">
            <a:avLst/>
          </a:prstGeom>
          <a:solidFill>
            <a:schemeClr val="bg1">
              <a:lumMod val="95000"/>
            </a:schemeClr>
          </a:solidFill>
          <a:ln w="25400" algn="ctr">
            <a:solidFill>
              <a:sysClr val="window" lastClr="FFFFFF">
                <a:lumMod val="65000"/>
              </a:sysClr>
            </a:solidFill>
            <a:round/>
          </a:ln>
        </p:spPr>
        <p:txBody>
          <a:bodyPr wrap="none" lIns="0" tIns="0" rIns="0" bIns="0" anchor="ctr" anchorCtr="1"/>
          <a:p>
            <a:pPr lvl="0" algn="r">
              <a:lnSpc>
                <a:spcPct val="100000"/>
              </a:lnSpc>
              <a:spcBef>
                <a:spcPct val="0"/>
              </a:spcBef>
              <a:buSzPct val="80000"/>
              <a:buFont typeface="Wingdings" panose="05000000000000000000" pitchFamily="2" charset="2"/>
              <a:buNone/>
            </a:pPr>
            <a:r>
              <a:rPr lang="en-US" altLang="zh-CN" sz="1800" b="1" dirty="0">
                <a:solidFill>
                  <a:srgbClr val="1485A4"/>
                </a:solidFill>
                <a:latin typeface="微软雅黑" panose="020B0503020204020204" charset="-122"/>
                <a:ea typeface="微软雅黑" panose="020B0503020204020204" charset="-122"/>
                <a:sym typeface="+mn-ea"/>
              </a:rPr>
              <a:t>0</a:t>
            </a:r>
            <a:endParaRPr lang="en-US" altLang="zh-CN" sz="1800" b="1" dirty="0">
              <a:solidFill>
                <a:srgbClr val="1485A4"/>
              </a:solidFill>
              <a:latin typeface="微软雅黑" panose="020B0503020204020204" charset="-122"/>
              <a:ea typeface="微软雅黑" panose="020B0503020204020204" charset="-122"/>
              <a:sym typeface="+mn-ea"/>
            </a:endParaRPr>
          </a:p>
        </p:txBody>
      </p:sp>
      <p:sp>
        <p:nvSpPr>
          <p:cNvPr id="95" name="矩形 94"/>
          <p:cNvSpPr/>
          <p:nvPr/>
        </p:nvSpPr>
        <p:spPr>
          <a:xfrm>
            <a:off x="1263650" y="2863215"/>
            <a:ext cx="288290" cy="290830"/>
          </a:xfrm>
          <a:prstGeom prst="rect">
            <a:avLst/>
          </a:prstGeom>
          <a:solidFill>
            <a:schemeClr val="bg1">
              <a:lumMod val="95000"/>
            </a:schemeClr>
          </a:solidFill>
          <a:ln w="25400" algn="ctr">
            <a:solidFill>
              <a:sysClr val="window" lastClr="FFFFFF">
                <a:lumMod val="65000"/>
              </a:sysClr>
            </a:solidFill>
            <a:round/>
          </a:ln>
        </p:spPr>
        <p:txBody>
          <a:bodyPr wrap="none" lIns="0" tIns="0" rIns="0" bIns="0" anchor="ctr" anchorCtr="1"/>
          <a:p>
            <a:pPr lvl="0" algn="r">
              <a:lnSpc>
                <a:spcPct val="100000"/>
              </a:lnSpc>
              <a:spcBef>
                <a:spcPct val="0"/>
              </a:spcBef>
              <a:buSzPct val="80000"/>
              <a:buFont typeface="Wingdings" panose="05000000000000000000" pitchFamily="2" charset="2"/>
              <a:buNone/>
            </a:pPr>
            <a:r>
              <a:rPr lang="en-US" altLang="zh-CN" sz="1800" b="1" dirty="0">
                <a:solidFill>
                  <a:srgbClr val="1485A4"/>
                </a:solidFill>
                <a:latin typeface="微软雅黑" panose="020B0503020204020204" charset="-122"/>
                <a:ea typeface="微软雅黑" panose="020B0503020204020204" charset="-122"/>
                <a:sym typeface="+mn-ea"/>
              </a:rPr>
              <a:t>5</a:t>
            </a:r>
            <a:endParaRPr lang="en-US" altLang="zh-CN" sz="1800" b="1" dirty="0">
              <a:solidFill>
                <a:srgbClr val="1485A4"/>
              </a:solidFill>
              <a:latin typeface="微软雅黑" panose="020B0503020204020204" charset="-122"/>
              <a:ea typeface="微软雅黑" panose="020B0503020204020204" charset="-122"/>
              <a:sym typeface="+mn-ea"/>
            </a:endParaRPr>
          </a:p>
        </p:txBody>
      </p:sp>
      <p:sp>
        <p:nvSpPr>
          <p:cNvPr id="96" name="矩形 95"/>
          <p:cNvSpPr/>
          <p:nvPr/>
        </p:nvSpPr>
        <p:spPr>
          <a:xfrm>
            <a:off x="1974850" y="2289810"/>
            <a:ext cx="288290" cy="288290"/>
          </a:xfrm>
          <a:prstGeom prst="rect">
            <a:avLst/>
          </a:prstGeom>
          <a:solidFill>
            <a:schemeClr val="bg1">
              <a:lumMod val="95000"/>
            </a:schemeClr>
          </a:solidFill>
          <a:ln w="25400" algn="ctr">
            <a:solidFill>
              <a:sysClr val="window" lastClr="FFFFFF">
                <a:lumMod val="65000"/>
              </a:sysClr>
            </a:solidFill>
            <a:round/>
          </a:ln>
        </p:spPr>
        <p:txBody>
          <a:bodyPr wrap="none" lIns="0" tIns="0" rIns="0" bIns="0" anchor="ctr" anchorCtr="1"/>
          <a:p>
            <a:pPr lvl="0" algn="r">
              <a:lnSpc>
                <a:spcPct val="100000"/>
              </a:lnSpc>
              <a:spcBef>
                <a:spcPct val="0"/>
              </a:spcBef>
              <a:buSzPct val="80000"/>
              <a:buFont typeface="Wingdings" panose="05000000000000000000" pitchFamily="2" charset="2"/>
              <a:buNone/>
            </a:pPr>
            <a:r>
              <a:rPr lang="en-US" altLang="zh-CN" sz="1800" b="1" dirty="0">
                <a:solidFill>
                  <a:srgbClr val="1485A4"/>
                </a:solidFill>
                <a:latin typeface="微软雅黑" panose="020B0503020204020204" charset="-122"/>
                <a:ea typeface="微软雅黑" panose="020B0503020204020204" charset="-122"/>
                <a:sym typeface="+mn-ea"/>
              </a:rPr>
              <a:t>1</a:t>
            </a:r>
            <a:endParaRPr lang="en-US" altLang="zh-CN" sz="1800" b="1" dirty="0">
              <a:solidFill>
                <a:srgbClr val="1485A4"/>
              </a:solidFill>
              <a:latin typeface="微软雅黑" panose="020B0503020204020204" charset="-122"/>
              <a:ea typeface="微软雅黑" panose="020B0503020204020204" charset="-122"/>
              <a:sym typeface="+mn-ea"/>
            </a:endParaRPr>
          </a:p>
        </p:txBody>
      </p:sp>
      <p:sp>
        <p:nvSpPr>
          <p:cNvPr id="98" name="矩形 97"/>
          <p:cNvSpPr/>
          <p:nvPr/>
        </p:nvSpPr>
        <p:spPr>
          <a:xfrm>
            <a:off x="2261870" y="2291080"/>
            <a:ext cx="288290" cy="288290"/>
          </a:xfrm>
          <a:prstGeom prst="rect">
            <a:avLst/>
          </a:prstGeom>
          <a:solidFill>
            <a:schemeClr val="bg1">
              <a:lumMod val="95000"/>
            </a:schemeClr>
          </a:solidFill>
          <a:ln w="25400" algn="ctr">
            <a:solidFill>
              <a:sysClr val="window" lastClr="FFFFFF">
                <a:lumMod val="65000"/>
              </a:sysClr>
            </a:solidFill>
            <a:round/>
          </a:ln>
        </p:spPr>
        <p:txBody>
          <a:bodyPr wrap="none" lIns="0" tIns="0" rIns="0" bIns="0" anchor="ctr" anchorCtr="1"/>
          <a:p>
            <a:pPr lvl="0" algn="r">
              <a:lnSpc>
                <a:spcPct val="100000"/>
              </a:lnSpc>
              <a:spcBef>
                <a:spcPct val="0"/>
              </a:spcBef>
              <a:buSzPct val="80000"/>
              <a:buFont typeface="Wingdings" panose="05000000000000000000" pitchFamily="2" charset="2"/>
              <a:buNone/>
            </a:pPr>
            <a:r>
              <a:rPr lang="en-US" altLang="zh-CN" sz="1800" b="1" dirty="0">
                <a:solidFill>
                  <a:srgbClr val="1485A4"/>
                </a:solidFill>
                <a:latin typeface="微软雅黑" panose="020B0503020204020204" charset="-122"/>
                <a:ea typeface="微软雅黑" panose="020B0503020204020204" charset="-122"/>
                <a:sym typeface="+mn-ea"/>
              </a:rPr>
              <a:t>0</a:t>
            </a:r>
            <a:endParaRPr lang="en-US" altLang="zh-CN" sz="1800" b="1" dirty="0">
              <a:solidFill>
                <a:srgbClr val="1485A4"/>
              </a:solidFill>
              <a:latin typeface="微软雅黑" panose="020B0503020204020204" charset="-122"/>
              <a:ea typeface="微软雅黑" panose="020B0503020204020204" charset="-122"/>
              <a:sym typeface="+mn-ea"/>
            </a:endParaRPr>
          </a:p>
        </p:txBody>
      </p:sp>
      <p:sp>
        <p:nvSpPr>
          <p:cNvPr id="99" name="矩形 98"/>
          <p:cNvSpPr/>
          <p:nvPr/>
        </p:nvSpPr>
        <p:spPr>
          <a:xfrm>
            <a:off x="2550160" y="2289810"/>
            <a:ext cx="288290" cy="290830"/>
          </a:xfrm>
          <a:prstGeom prst="rect">
            <a:avLst/>
          </a:prstGeom>
          <a:solidFill>
            <a:schemeClr val="bg1">
              <a:lumMod val="95000"/>
            </a:schemeClr>
          </a:solidFill>
          <a:ln w="25400" algn="ctr">
            <a:solidFill>
              <a:sysClr val="window" lastClr="FFFFFF">
                <a:lumMod val="65000"/>
              </a:sysClr>
            </a:solidFill>
            <a:round/>
          </a:ln>
        </p:spPr>
        <p:txBody>
          <a:bodyPr wrap="none" lIns="0" tIns="0" rIns="0" bIns="0" anchor="ctr" anchorCtr="1"/>
          <a:p>
            <a:pPr lvl="0" algn="r">
              <a:lnSpc>
                <a:spcPct val="100000"/>
              </a:lnSpc>
              <a:spcBef>
                <a:spcPct val="0"/>
              </a:spcBef>
              <a:buSzPct val="80000"/>
              <a:buFont typeface="Wingdings" panose="05000000000000000000" pitchFamily="2" charset="2"/>
              <a:buNone/>
            </a:pPr>
            <a:r>
              <a:rPr lang="en-US" altLang="zh-CN" sz="1800" b="1" dirty="0">
                <a:solidFill>
                  <a:srgbClr val="1485A4"/>
                </a:solidFill>
                <a:latin typeface="微软雅黑" panose="020B0503020204020204" charset="-122"/>
                <a:ea typeface="微软雅黑" panose="020B0503020204020204" charset="-122"/>
                <a:sym typeface="+mn-ea"/>
              </a:rPr>
              <a:t>4</a:t>
            </a:r>
            <a:endParaRPr lang="en-US" altLang="zh-CN" sz="1800" b="1" dirty="0">
              <a:solidFill>
                <a:srgbClr val="1485A4"/>
              </a:solidFill>
              <a:latin typeface="微软雅黑" panose="020B0503020204020204" charset="-122"/>
              <a:ea typeface="微软雅黑" panose="020B0503020204020204" charset="-122"/>
              <a:sym typeface="+mn-ea"/>
            </a:endParaRPr>
          </a:p>
        </p:txBody>
      </p:sp>
      <p:sp>
        <p:nvSpPr>
          <p:cNvPr id="100" name="矩形 99"/>
          <p:cNvSpPr/>
          <p:nvPr/>
        </p:nvSpPr>
        <p:spPr>
          <a:xfrm>
            <a:off x="1974850" y="2580640"/>
            <a:ext cx="288290" cy="288290"/>
          </a:xfrm>
          <a:prstGeom prst="rect">
            <a:avLst/>
          </a:prstGeom>
          <a:solidFill>
            <a:schemeClr val="bg1">
              <a:lumMod val="95000"/>
            </a:schemeClr>
          </a:solidFill>
          <a:ln w="25400" algn="ctr">
            <a:solidFill>
              <a:sysClr val="window" lastClr="FFFFFF">
                <a:lumMod val="65000"/>
              </a:sysClr>
            </a:solidFill>
            <a:round/>
          </a:ln>
        </p:spPr>
        <p:txBody>
          <a:bodyPr wrap="none" lIns="0" tIns="0" rIns="0" bIns="0" anchor="ctr" anchorCtr="1"/>
          <a:p>
            <a:pPr lvl="0" algn="r">
              <a:lnSpc>
                <a:spcPct val="100000"/>
              </a:lnSpc>
              <a:spcBef>
                <a:spcPct val="0"/>
              </a:spcBef>
              <a:buSzPct val="80000"/>
              <a:buFont typeface="Wingdings" panose="05000000000000000000" pitchFamily="2" charset="2"/>
              <a:buNone/>
            </a:pPr>
            <a:r>
              <a:rPr lang="en-US" altLang="zh-CN" sz="1800" b="1" dirty="0">
                <a:solidFill>
                  <a:srgbClr val="1485A4"/>
                </a:solidFill>
                <a:latin typeface="微软雅黑" panose="020B0503020204020204" charset="-122"/>
                <a:ea typeface="微软雅黑" panose="020B0503020204020204" charset="-122"/>
                <a:sym typeface="+mn-ea"/>
              </a:rPr>
              <a:t>0</a:t>
            </a:r>
            <a:endParaRPr lang="en-US" altLang="zh-CN" sz="1800" b="1" dirty="0">
              <a:solidFill>
                <a:srgbClr val="1485A4"/>
              </a:solidFill>
              <a:latin typeface="微软雅黑" panose="020B0503020204020204" charset="-122"/>
              <a:ea typeface="微软雅黑" panose="020B0503020204020204" charset="-122"/>
              <a:sym typeface="+mn-ea"/>
            </a:endParaRPr>
          </a:p>
        </p:txBody>
      </p:sp>
      <p:sp>
        <p:nvSpPr>
          <p:cNvPr id="101" name="矩形 100"/>
          <p:cNvSpPr/>
          <p:nvPr/>
        </p:nvSpPr>
        <p:spPr>
          <a:xfrm>
            <a:off x="2261870" y="2581910"/>
            <a:ext cx="288290" cy="288290"/>
          </a:xfrm>
          <a:prstGeom prst="rect">
            <a:avLst/>
          </a:prstGeom>
          <a:solidFill>
            <a:schemeClr val="bg1">
              <a:lumMod val="95000"/>
            </a:schemeClr>
          </a:solidFill>
          <a:ln w="25400" algn="ctr">
            <a:solidFill>
              <a:sysClr val="window" lastClr="FFFFFF">
                <a:lumMod val="65000"/>
              </a:sysClr>
            </a:solidFill>
            <a:round/>
          </a:ln>
        </p:spPr>
        <p:txBody>
          <a:bodyPr wrap="none" lIns="0" tIns="0" rIns="0" bIns="0" anchor="ctr" anchorCtr="1"/>
          <a:p>
            <a:pPr lvl="0" algn="r">
              <a:lnSpc>
                <a:spcPct val="100000"/>
              </a:lnSpc>
              <a:spcBef>
                <a:spcPct val="0"/>
              </a:spcBef>
              <a:buSzPct val="80000"/>
              <a:buFont typeface="Wingdings" panose="05000000000000000000" pitchFamily="2" charset="2"/>
              <a:buNone/>
            </a:pPr>
            <a:r>
              <a:rPr lang="en-US" altLang="zh-CN" sz="1800" b="1" dirty="0">
                <a:solidFill>
                  <a:srgbClr val="1485A4"/>
                </a:solidFill>
                <a:latin typeface="微软雅黑" panose="020B0503020204020204" charset="-122"/>
                <a:ea typeface="微软雅黑" panose="020B0503020204020204" charset="-122"/>
                <a:sym typeface="+mn-ea"/>
              </a:rPr>
              <a:t>3</a:t>
            </a:r>
            <a:endParaRPr lang="en-US" altLang="zh-CN" sz="1800" b="1" dirty="0">
              <a:solidFill>
                <a:srgbClr val="1485A4"/>
              </a:solidFill>
              <a:latin typeface="微软雅黑" panose="020B0503020204020204" charset="-122"/>
              <a:ea typeface="微软雅黑" panose="020B0503020204020204" charset="-122"/>
              <a:sym typeface="+mn-ea"/>
            </a:endParaRPr>
          </a:p>
        </p:txBody>
      </p:sp>
      <p:sp>
        <p:nvSpPr>
          <p:cNvPr id="105" name="矩形 104"/>
          <p:cNvSpPr/>
          <p:nvPr/>
        </p:nvSpPr>
        <p:spPr>
          <a:xfrm>
            <a:off x="2550160" y="2580640"/>
            <a:ext cx="288290" cy="290830"/>
          </a:xfrm>
          <a:prstGeom prst="rect">
            <a:avLst/>
          </a:prstGeom>
          <a:solidFill>
            <a:schemeClr val="bg1">
              <a:lumMod val="95000"/>
            </a:schemeClr>
          </a:solidFill>
          <a:ln w="25400" algn="ctr">
            <a:solidFill>
              <a:sysClr val="window" lastClr="FFFFFF">
                <a:lumMod val="65000"/>
              </a:sysClr>
            </a:solidFill>
            <a:round/>
          </a:ln>
        </p:spPr>
        <p:txBody>
          <a:bodyPr wrap="none" lIns="0" tIns="0" rIns="0" bIns="0" anchor="ctr" anchorCtr="1"/>
          <a:p>
            <a:pPr lvl="0" algn="r">
              <a:lnSpc>
                <a:spcPct val="100000"/>
              </a:lnSpc>
              <a:spcBef>
                <a:spcPct val="0"/>
              </a:spcBef>
              <a:buSzPct val="80000"/>
              <a:buFont typeface="Wingdings" panose="05000000000000000000" pitchFamily="2" charset="2"/>
              <a:buNone/>
            </a:pPr>
            <a:r>
              <a:rPr lang="en-US" altLang="zh-CN" sz="1800" b="1" dirty="0">
                <a:solidFill>
                  <a:srgbClr val="1485A4"/>
                </a:solidFill>
                <a:latin typeface="微软雅黑" panose="020B0503020204020204" charset="-122"/>
                <a:ea typeface="微软雅黑" panose="020B0503020204020204" charset="-122"/>
                <a:sym typeface="+mn-ea"/>
              </a:rPr>
              <a:t>0</a:t>
            </a:r>
            <a:endParaRPr lang="en-US" altLang="zh-CN" sz="1800" b="1" dirty="0">
              <a:solidFill>
                <a:srgbClr val="1485A4"/>
              </a:solidFill>
              <a:latin typeface="微软雅黑" panose="020B0503020204020204" charset="-122"/>
              <a:ea typeface="微软雅黑" panose="020B0503020204020204" charset="-122"/>
              <a:sym typeface="+mn-ea"/>
            </a:endParaRPr>
          </a:p>
        </p:txBody>
      </p:sp>
      <p:sp>
        <p:nvSpPr>
          <p:cNvPr id="106" name="矩形 105"/>
          <p:cNvSpPr/>
          <p:nvPr/>
        </p:nvSpPr>
        <p:spPr>
          <a:xfrm>
            <a:off x="1974850" y="2864485"/>
            <a:ext cx="288290" cy="288290"/>
          </a:xfrm>
          <a:prstGeom prst="rect">
            <a:avLst/>
          </a:prstGeom>
          <a:solidFill>
            <a:schemeClr val="bg1">
              <a:lumMod val="95000"/>
            </a:schemeClr>
          </a:solidFill>
          <a:ln w="25400" algn="ctr">
            <a:solidFill>
              <a:sysClr val="window" lastClr="FFFFFF">
                <a:lumMod val="65000"/>
              </a:sysClr>
            </a:solidFill>
            <a:round/>
          </a:ln>
        </p:spPr>
        <p:txBody>
          <a:bodyPr wrap="none" lIns="0" tIns="0" rIns="0" bIns="0" anchor="ctr" anchorCtr="1"/>
          <a:p>
            <a:pPr lvl="0" algn="r">
              <a:lnSpc>
                <a:spcPct val="100000"/>
              </a:lnSpc>
              <a:spcBef>
                <a:spcPct val="0"/>
              </a:spcBef>
              <a:buSzPct val="80000"/>
              <a:buFont typeface="Wingdings" panose="05000000000000000000" pitchFamily="2" charset="2"/>
              <a:buNone/>
            </a:pPr>
            <a:r>
              <a:rPr lang="en-US" altLang="zh-CN" sz="1800" b="1" dirty="0">
                <a:solidFill>
                  <a:srgbClr val="1485A4"/>
                </a:solidFill>
                <a:latin typeface="微软雅黑" panose="020B0503020204020204" charset="-122"/>
                <a:ea typeface="微软雅黑" panose="020B0503020204020204" charset="-122"/>
                <a:sym typeface="+mn-ea"/>
              </a:rPr>
              <a:t>2</a:t>
            </a:r>
            <a:endParaRPr lang="en-US" altLang="zh-CN" sz="1800" b="1" dirty="0">
              <a:solidFill>
                <a:srgbClr val="1485A4"/>
              </a:solidFill>
              <a:latin typeface="微软雅黑" panose="020B0503020204020204" charset="-122"/>
              <a:ea typeface="微软雅黑" panose="020B0503020204020204" charset="-122"/>
              <a:sym typeface="+mn-ea"/>
            </a:endParaRPr>
          </a:p>
        </p:txBody>
      </p:sp>
      <p:sp>
        <p:nvSpPr>
          <p:cNvPr id="107" name="矩形 106"/>
          <p:cNvSpPr/>
          <p:nvPr/>
        </p:nvSpPr>
        <p:spPr>
          <a:xfrm>
            <a:off x="2261870" y="2865755"/>
            <a:ext cx="288290" cy="288290"/>
          </a:xfrm>
          <a:prstGeom prst="rect">
            <a:avLst/>
          </a:prstGeom>
          <a:solidFill>
            <a:schemeClr val="bg1">
              <a:lumMod val="95000"/>
            </a:schemeClr>
          </a:solidFill>
          <a:ln w="25400" algn="ctr">
            <a:solidFill>
              <a:sysClr val="window" lastClr="FFFFFF">
                <a:lumMod val="65000"/>
              </a:sysClr>
            </a:solidFill>
            <a:round/>
          </a:ln>
        </p:spPr>
        <p:txBody>
          <a:bodyPr wrap="none" lIns="0" tIns="0" rIns="0" bIns="0" anchor="ctr" anchorCtr="1"/>
          <a:p>
            <a:pPr lvl="0" algn="r">
              <a:lnSpc>
                <a:spcPct val="100000"/>
              </a:lnSpc>
              <a:spcBef>
                <a:spcPct val="0"/>
              </a:spcBef>
              <a:buSzPct val="80000"/>
              <a:buFont typeface="Wingdings" panose="05000000000000000000" pitchFamily="2" charset="2"/>
              <a:buNone/>
            </a:pPr>
            <a:r>
              <a:rPr lang="en-US" altLang="zh-CN" sz="1800" b="1" dirty="0">
                <a:solidFill>
                  <a:srgbClr val="1485A4"/>
                </a:solidFill>
                <a:latin typeface="微软雅黑" panose="020B0503020204020204" charset="-122"/>
                <a:ea typeface="微软雅黑" panose="020B0503020204020204" charset="-122"/>
                <a:sym typeface="+mn-ea"/>
              </a:rPr>
              <a:t>0</a:t>
            </a:r>
            <a:endParaRPr lang="en-US" altLang="zh-CN" sz="1800" b="1" dirty="0">
              <a:solidFill>
                <a:srgbClr val="1485A4"/>
              </a:solidFill>
              <a:latin typeface="微软雅黑" panose="020B0503020204020204" charset="-122"/>
              <a:ea typeface="微软雅黑" panose="020B0503020204020204" charset="-122"/>
              <a:sym typeface="+mn-ea"/>
            </a:endParaRPr>
          </a:p>
        </p:txBody>
      </p:sp>
      <p:sp>
        <p:nvSpPr>
          <p:cNvPr id="108" name="矩形 107"/>
          <p:cNvSpPr/>
          <p:nvPr/>
        </p:nvSpPr>
        <p:spPr>
          <a:xfrm>
            <a:off x="2550160" y="2864485"/>
            <a:ext cx="288290" cy="290830"/>
          </a:xfrm>
          <a:prstGeom prst="rect">
            <a:avLst/>
          </a:prstGeom>
          <a:solidFill>
            <a:schemeClr val="bg1">
              <a:lumMod val="95000"/>
            </a:schemeClr>
          </a:solidFill>
          <a:ln w="25400" algn="ctr">
            <a:solidFill>
              <a:sysClr val="window" lastClr="FFFFFF">
                <a:lumMod val="65000"/>
              </a:sysClr>
            </a:solidFill>
            <a:round/>
          </a:ln>
        </p:spPr>
        <p:txBody>
          <a:bodyPr wrap="none" lIns="0" tIns="0" rIns="0" bIns="0" anchor="ctr" anchorCtr="1"/>
          <a:p>
            <a:pPr lvl="0" algn="r">
              <a:lnSpc>
                <a:spcPct val="100000"/>
              </a:lnSpc>
              <a:spcBef>
                <a:spcPct val="0"/>
              </a:spcBef>
              <a:buSzPct val="80000"/>
              <a:buFont typeface="Wingdings" panose="05000000000000000000" pitchFamily="2" charset="2"/>
              <a:buNone/>
            </a:pPr>
            <a:r>
              <a:rPr lang="en-US" altLang="zh-CN" sz="1800" b="1" dirty="0">
                <a:solidFill>
                  <a:srgbClr val="1485A4"/>
                </a:solidFill>
                <a:latin typeface="微软雅黑" panose="020B0503020204020204" charset="-122"/>
                <a:ea typeface="微软雅黑" panose="020B0503020204020204" charset="-122"/>
                <a:sym typeface="+mn-ea"/>
              </a:rPr>
              <a:t>5</a:t>
            </a:r>
            <a:endParaRPr lang="en-US" altLang="zh-CN" sz="1800" b="1" dirty="0">
              <a:solidFill>
                <a:srgbClr val="1485A4"/>
              </a:solidFill>
              <a:latin typeface="微软雅黑" panose="020B0503020204020204" charset="-122"/>
              <a:ea typeface="微软雅黑" panose="020B0503020204020204" charset="-122"/>
              <a:sym typeface="+mn-ea"/>
            </a:endParaRPr>
          </a:p>
        </p:txBody>
      </p:sp>
      <p:grpSp>
        <p:nvGrpSpPr>
          <p:cNvPr id="118" name="组合 117"/>
          <p:cNvGrpSpPr/>
          <p:nvPr/>
        </p:nvGrpSpPr>
        <p:grpSpPr>
          <a:xfrm>
            <a:off x="1077595" y="3621405"/>
            <a:ext cx="1296000" cy="1296000"/>
            <a:chOff x="2024" y="5821"/>
            <a:chExt cx="1360" cy="1363"/>
          </a:xfrm>
        </p:grpSpPr>
        <p:sp>
          <p:nvSpPr>
            <p:cNvPr id="109" name="矩形 108"/>
            <p:cNvSpPr/>
            <p:nvPr/>
          </p:nvSpPr>
          <p:spPr>
            <a:xfrm>
              <a:off x="2024" y="5821"/>
              <a:ext cx="454" cy="454"/>
            </a:xfrm>
            <a:prstGeom prst="rect">
              <a:avLst/>
            </a:prstGeom>
            <a:solidFill>
              <a:schemeClr val="bg1">
                <a:lumMod val="95000"/>
              </a:schemeClr>
            </a:solidFill>
            <a:ln w="25400" algn="ctr">
              <a:solidFill>
                <a:sysClr val="window" lastClr="FFFFFF">
                  <a:lumMod val="65000"/>
                </a:sysClr>
              </a:solidFill>
              <a:round/>
            </a:ln>
          </p:spPr>
          <p:txBody>
            <a:bodyPr wrap="none" lIns="0" tIns="0" rIns="0" bIns="0" anchor="ctr" anchorCtr="1"/>
            <a:p>
              <a:pPr lvl="0" algn="r">
                <a:lnSpc>
                  <a:spcPct val="100000"/>
                </a:lnSpc>
                <a:spcBef>
                  <a:spcPct val="0"/>
                </a:spcBef>
                <a:buSzPct val="80000"/>
                <a:buFont typeface="Wingdings" panose="05000000000000000000" pitchFamily="2" charset="2"/>
                <a:buNone/>
              </a:pPr>
              <a:r>
                <a:rPr lang="en-US" altLang="zh-CN" sz="1800" b="1" dirty="0">
                  <a:solidFill>
                    <a:srgbClr val="1485A4"/>
                  </a:solidFill>
                  <a:latin typeface="微软雅黑" panose="020B0503020204020204" charset="-122"/>
                  <a:ea typeface="微软雅黑" panose="020B0503020204020204" charset="-122"/>
                  <a:sym typeface="+mn-ea"/>
                </a:rPr>
                <a:t>5</a:t>
              </a:r>
              <a:endParaRPr lang="en-US" altLang="zh-CN" sz="1800" b="1" dirty="0">
                <a:solidFill>
                  <a:srgbClr val="1485A4"/>
                </a:solidFill>
                <a:latin typeface="微软雅黑" panose="020B0503020204020204" charset="-122"/>
                <a:ea typeface="微软雅黑" panose="020B0503020204020204" charset="-122"/>
                <a:sym typeface="+mn-ea"/>
              </a:endParaRPr>
            </a:p>
          </p:txBody>
        </p:sp>
        <p:sp>
          <p:nvSpPr>
            <p:cNvPr id="110" name="矩形 109"/>
            <p:cNvSpPr/>
            <p:nvPr/>
          </p:nvSpPr>
          <p:spPr>
            <a:xfrm>
              <a:off x="2476" y="5823"/>
              <a:ext cx="454" cy="454"/>
            </a:xfrm>
            <a:prstGeom prst="rect">
              <a:avLst/>
            </a:prstGeom>
            <a:solidFill>
              <a:schemeClr val="bg1">
                <a:lumMod val="95000"/>
              </a:schemeClr>
            </a:solidFill>
            <a:ln w="25400" algn="ctr">
              <a:solidFill>
                <a:sysClr val="window" lastClr="FFFFFF">
                  <a:lumMod val="65000"/>
                </a:sysClr>
              </a:solidFill>
              <a:round/>
            </a:ln>
          </p:spPr>
          <p:txBody>
            <a:bodyPr wrap="none" lIns="0" tIns="0" rIns="0" bIns="0" anchor="ctr" anchorCtr="1"/>
            <a:p>
              <a:pPr lvl="0" algn="r">
                <a:lnSpc>
                  <a:spcPct val="100000"/>
                </a:lnSpc>
                <a:spcBef>
                  <a:spcPct val="0"/>
                </a:spcBef>
                <a:buSzPct val="80000"/>
                <a:buFont typeface="Wingdings" panose="05000000000000000000" pitchFamily="2" charset="2"/>
                <a:buNone/>
              </a:pPr>
              <a:r>
                <a:rPr lang="en-US" altLang="zh-CN" sz="1800" b="1" dirty="0">
                  <a:solidFill>
                    <a:srgbClr val="1485A4"/>
                  </a:solidFill>
                  <a:latin typeface="微软雅黑" panose="020B0503020204020204" charset="-122"/>
                  <a:ea typeface="微软雅黑" panose="020B0503020204020204" charset="-122"/>
                  <a:sym typeface="+mn-ea"/>
                </a:rPr>
                <a:t>0</a:t>
              </a:r>
              <a:endParaRPr lang="en-US" altLang="zh-CN" sz="1800" b="1" dirty="0">
                <a:solidFill>
                  <a:srgbClr val="1485A4"/>
                </a:solidFill>
                <a:latin typeface="微软雅黑" panose="020B0503020204020204" charset="-122"/>
                <a:ea typeface="微软雅黑" panose="020B0503020204020204" charset="-122"/>
                <a:sym typeface="+mn-ea"/>
              </a:endParaRPr>
            </a:p>
          </p:txBody>
        </p:sp>
        <p:sp>
          <p:nvSpPr>
            <p:cNvPr id="111" name="矩形 110"/>
            <p:cNvSpPr/>
            <p:nvPr/>
          </p:nvSpPr>
          <p:spPr>
            <a:xfrm>
              <a:off x="2930" y="5821"/>
              <a:ext cx="454" cy="458"/>
            </a:xfrm>
            <a:prstGeom prst="rect">
              <a:avLst/>
            </a:prstGeom>
            <a:solidFill>
              <a:schemeClr val="bg1">
                <a:lumMod val="95000"/>
              </a:schemeClr>
            </a:solidFill>
            <a:ln w="25400" algn="ctr">
              <a:solidFill>
                <a:sysClr val="window" lastClr="FFFFFF">
                  <a:lumMod val="65000"/>
                </a:sysClr>
              </a:solidFill>
              <a:round/>
            </a:ln>
          </p:spPr>
          <p:txBody>
            <a:bodyPr wrap="none" lIns="0" tIns="0" rIns="0" bIns="0" anchor="ctr" anchorCtr="1"/>
            <a:p>
              <a:pPr lvl="0" algn="r">
                <a:lnSpc>
                  <a:spcPct val="100000"/>
                </a:lnSpc>
                <a:spcBef>
                  <a:spcPct val="0"/>
                </a:spcBef>
                <a:buSzPct val="80000"/>
                <a:buFont typeface="Wingdings" panose="05000000000000000000" pitchFamily="2" charset="2"/>
                <a:buNone/>
              </a:pPr>
              <a:r>
                <a:rPr lang="en-US" altLang="zh-CN" sz="1800" b="1" dirty="0">
                  <a:solidFill>
                    <a:srgbClr val="1485A4"/>
                  </a:solidFill>
                  <a:latin typeface="微软雅黑" panose="020B0503020204020204" charset="-122"/>
                  <a:ea typeface="微软雅黑" panose="020B0503020204020204" charset="-122"/>
                  <a:sym typeface="+mn-ea"/>
                </a:rPr>
                <a:t>14</a:t>
              </a:r>
              <a:endParaRPr lang="en-US" altLang="zh-CN" sz="1800" b="1" dirty="0">
                <a:solidFill>
                  <a:srgbClr val="1485A4"/>
                </a:solidFill>
                <a:latin typeface="微软雅黑" panose="020B0503020204020204" charset="-122"/>
                <a:ea typeface="微软雅黑" panose="020B0503020204020204" charset="-122"/>
                <a:sym typeface="+mn-ea"/>
              </a:endParaRPr>
            </a:p>
          </p:txBody>
        </p:sp>
        <p:sp>
          <p:nvSpPr>
            <p:cNvPr id="112" name="矩形 111"/>
            <p:cNvSpPr/>
            <p:nvPr/>
          </p:nvSpPr>
          <p:spPr>
            <a:xfrm>
              <a:off x="2024" y="6279"/>
              <a:ext cx="454" cy="454"/>
            </a:xfrm>
            <a:prstGeom prst="rect">
              <a:avLst/>
            </a:prstGeom>
            <a:solidFill>
              <a:schemeClr val="bg1">
                <a:lumMod val="95000"/>
              </a:schemeClr>
            </a:solidFill>
            <a:ln w="25400" algn="ctr">
              <a:solidFill>
                <a:sysClr val="window" lastClr="FFFFFF">
                  <a:lumMod val="65000"/>
                </a:sysClr>
              </a:solidFill>
              <a:round/>
            </a:ln>
          </p:spPr>
          <p:txBody>
            <a:bodyPr wrap="none" lIns="0" tIns="0" rIns="0" bIns="0" anchor="ctr" anchorCtr="1"/>
            <a:p>
              <a:pPr lvl="0" algn="r">
                <a:lnSpc>
                  <a:spcPct val="100000"/>
                </a:lnSpc>
                <a:spcBef>
                  <a:spcPct val="0"/>
                </a:spcBef>
                <a:buSzPct val="80000"/>
                <a:buFont typeface="Wingdings" panose="05000000000000000000" pitchFamily="2" charset="2"/>
                <a:buNone/>
              </a:pPr>
              <a:r>
                <a:rPr lang="en-US" altLang="zh-CN" sz="1800" b="1" dirty="0">
                  <a:solidFill>
                    <a:srgbClr val="1485A4"/>
                  </a:solidFill>
                  <a:latin typeface="微软雅黑" panose="020B0503020204020204" charset="-122"/>
                  <a:ea typeface="微软雅黑" panose="020B0503020204020204" charset="-122"/>
                  <a:sym typeface="+mn-ea"/>
                </a:rPr>
                <a:t>0</a:t>
              </a:r>
              <a:endParaRPr lang="en-US" altLang="zh-CN" sz="1800" b="1" dirty="0">
                <a:solidFill>
                  <a:srgbClr val="1485A4"/>
                </a:solidFill>
                <a:latin typeface="微软雅黑" panose="020B0503020204020204" charset="-122"/>
                <a:ea typeface="微软雅黑" panose="020B0503020204020204" charset="-122"/>
                <a:sym typeface="+mn-ea"/>
              </a:endParaRPr>
            </a:p>
          </p:txBody>
        </p:sp>
        <p:sp>
          <p:nvSpPr>
            <p:cNvPr id="113" name="矩形 112"/>
            <p:cNvSpPr/>
            <p:nvPr/>
          </p:nvSpPr>
          <p:spPr>
            <a:xfrm>
              <a:off x="2476" y="6281"/>
              <a:ext cx="454" cy="454"/>
            </a:xfrm>
            <a:prstGeom prst="rect">
              <a:avLst/>
            </a:prstGeom>
            <a:solidFill>
              <a:schemeClr val="bg1">
                <a:lumMod val="95000"/>
              </a:schemeClr>
            </a:solidFill>
            <a:ln w="25400" algn="ctr">
              <a:solidFill>
                <a:sysClr val="window" lastClr="FFFFFF">
                  <a:lumMod val="65000"/>
                </a:sysClr>
              </a:solidFill>
              <a:round/>
            </a:ln>
          </p:spPr>
          <p:txBody>
            <a:bodyPr wrap="none" lIns="0" tIns="0" rIns="0" bIns="0" anchor="ctr" anchorCtr="1"/>
            <a:p>
              <a:pPr lvl="0" algn="r">
                <a:lnSpc>
                  <a:spcPct val="100000"/>
                </a:lnSpc>
                <a:spcBef>
                  <a:spcPct val="0"/>
                </a:spcBef>
                <a:buSzPct val="80000"/>
                <a:buFont typeface="Wingdings" panose="05000000000000000000" pitchFamily="2" charset="2"/>
                <a:buNone/>
              </a:pPr>
              <a:r>
                <a:rPr lang="en-US" altLang="zh-CN" sz="1800" b="1" dirty="0">
                  <a:solidFill>
                    <a:srgbClr val="1485A4"/>
                  </a:solidFill>
                  <a:latin typeface="微软雅黑" panose="020B0503020204020204" charset="-122"/>
                  <a:ea typeface="微软雅黑" panose="020B0503020204020204" charset="-122"/>
                  <a:sym typeface="+mn-ea"/>
                </a:rPr>
                <a:t>9</a:t>
              </a:r>
              <a:endParaRPr lang="en-US" altLang="zh-CN" sz="1800" b="1" dirty="0">
                <a:solidFill>
                  <a:srgbClr val="1485A4"/>
                </a:solidFill>
                <a:latin typeface="微软雅黑" panose="020B0503020204020204" charset="-122"/>
                <a:ea typeface="微软雅黑" panose="020B0503020204020204" charset="-122"/>
                <a:sym typeface="+mn-ea"/>
              </a:endParaRPr>
            </a:p>
          </p:txBody>
        </p:sp>
        <p:sp>
          <p:nvSpPr>
            <p:cNvPr id="114" name="矩形 113"/>
            <p:cNvSpPr/>
            <p:nvPr/>
          </p:nvSpPr>
          <p:spPr>
            <a:xfrm>
              <a:off x="2930" y="6279"/>
              <a:ext cx="454" cy="458"/>
            </a:xfrm>
            <a:prstGeom prst="rect">
              <a:avLst/>
            </a:prstGeom>
            <a:solidFill>
              <a:schemeClr val="bg1">
                <a:lumMod val="95000"/>
              </a:schemeClr>
            </a:solidFill>
            <a:ln w="25400" algn="ctr">
              <a:solidFill>
                <a:sysClr val="window" lastClr="FFFFFF">
                  <a:lumMod val="65000"/>
                </a:sysClr>
              </a:solidFill>
              <a:round/>
            </a:ln>
          </p:spPr>
          <p:txBody>
            <a:bodyPr wrap="none" lIns="0" tIns="0" rIns="0" bIns="0" anchor="ctr" anchorCtr="1"/>
            <a:p>
              <a:pPr lvl="0" algn="r">
                <a:lnSpc>
                  <a:spcPct val="100000"/>
                </a:lnSpc>
                <a:spcBef>
                  <a:spcPct val="0"/>
                </a:spcBef>
                <a:buSzPct val="80000"/>
                <a:buFont typeface="Wingdings" panose="05000000000000000000" pitchFamily="2" charset="2"/>
                <a:buNone/>
              </a:pPr>
              <a:r>
                <a:rPr lang="en-US" altLang="zh-CN" sz="1800" b="1" dirty="0">
                  <a:solidFill>
                    <a:srgbClr val="1485A4"/>
                  </a:solidFill>
                  <a:latin typeface="微软雅黑" panose="020B0503020204020204" charset="-122"/>
                  <a:ea typeface="微软雅黑" panose="020B0503020204020204" charset="-122"/>
                  <a:sym typeface="+mn-ea"/>
                </a:rPr>
                <a:t>0</a:t>
              </a:r>
              <a:endParaRPr lang="en-US" altLang="zh-CN" sz="1800" b="1" dirty="0">
                <a:solidFill>
                  <a:srgbClr val="1485A4"/>
                </a:solidFill>
                <a:latin typeface="微软雅黑" panose="020B0503020204020204" charset="-122"/>
                <a:ea typeface="微软雅黑" panose="020B0503020204020204" charset="-122"/>
                <a:sym typeface="+mn-ea"/>
              </a:endParaRPr>
            </a:p>
          </p:txBody>
        </p:sp>
        <p:sp>
          <p:nvSpPr>
            <p:cNvPr id="115" name="矩形 114"/>
            <p:cNvSpPr/>
            <p:nvPr/>
          </p:nvSpPr>
          <p:spPr>
            <a:xfrm>
              <a:off x="2024" y="6726"/>
              <a:ext cx="454" cy="454"/>
            </a:xfrm>
            <a:prstGeom prst="rect">
              <a:avLst/>
            </a:prstGeom>
            <a:solidFill>
              <a:schemeClr val="bg1">
                <a:lumMod val="95000"/>
              </a:schemeClr>
            </a:solidFill>
            <a:ln w="25400" algn="ctr">
              <a:solidFill>
                <a:sysClr val="window" lastClr="FFFFFF">
                  <a:lumMod val="65000"/>
                </a:sysClr>
              </a:solidFill>
              <a:round/>
            </a:ln>
          </p:spPr>
          <p:txBody>
            <a:bodyPr wrap="none" lIns="0" tIns="0" rIns="0" bIns="0" anchor="ctr" anchorCtr="1"/>
            <a:p>
              <a:pPr lvl="0" algn="r">
                <a:lnSpc>
                  <a:spcPct val="100000"/>
                </a:lnSpc>
                <a:spcBef>
                  <a:spcPct val="0"/>
                </a:spcBef>
                <a:buSzPct val="80000"/>
                <a:buFont typeface="Wingdings" panose="05000000000000000000" pitchFamily="2" charset="2"/>
                <a:buNone/>
              </a:pPr>
              <a:r>
                <a:rPr lang="en-US" altLang="zh-CN" sz="1800" b="1" dirty="0">
                  <a:solidFill>
                    <a:srgbClr val="1485A4"/>
                  </a:solidFill>
                  <a:latin typeface="微软雅黑" panose="020B0503020204020204" charset="-122"/>
                  <a:ea typeface="微软雅黑" panose="020B0503020204020204" charset="-122"/>
                  <a:sym typeface="+mn-ea"/>
                </a:rPr>
                <a:t>14</a:t>
              </a:r>
              <a:endParaRPr lang="en-US" altLang="zh-CN" sz="1800" b="1" dirty="0">
                <a:solidFill>
                  <a:srgbClr val="1485A4"/>
                </a:solidFill>
                <a:latin typeface="微软雅黑" panose="020B0503020204020204" charset="-122"/>
                <a:ea typeface="微软雅黑" panose="020B0503020204020204" charset="-122"/>
                <a:sym typeface="+mn-ea"/>
              </a:endParaRPr>
            </a:p>
          </p:txBody>
        </p:sp>
        <p:sp>
          <p:nvSpPr>
            <p:cNvPr id="116" name="矩形 115"/>
            <p:cNvSpPr/>
            <p:nvPr/>
          </p:nvSpPr>
          <p:spPr>
            <a:xfrm>
              <a:off x="2476" y="6728"/>
              <a:ext cx="454" cy="454"/>
            </a:xfrm>
            <a:prstGeom prst="rect">
              <a:avLst/>
            </a:prstGeom>
            <a:solidFill>
              <a:schemeClr val="bg1">
                <a:lumMod val="95000"/>
              </a:schemeClr>
            </a:solidFill>
            <a:ln w="25400" algn="ctr">
              <a:solidFill>
                <a:sysClr val="window" lastClr="FFFFFF">
                  <a:lumMod val="65000"/>
                </a:sysClr>
              </a:solidFill>
              <a:round/>
            </a:ln>
          </p:spPr>
          <p:txBody>
            <a:bodyPr wrap="none" lIns="0" tIns="0" rIns="0" bIns="0" anchor="ctr" anchorCtr="1"/>
            <a:p>
              <a:pPr lvl="0" algn="r">
                <a:lnSpc>
                  <a:spcPct val="100000"/>
                </a:lnSpc>
                <a:spcBef>
                  <a:spcPct val="0"/>
                </a:spcBef>
                <a:buSzPct val="80000"/>
                <a:buFont typeface="Wingdings" panose="05000000000000000000" pitchFamily="2" charset="2"/>
                <a:buNone/>
              </a:pPr>
              <a:r>
                <a:rPr lang="en-US" altLang="zh-CN" sz="1800" b="1" dirty="0">
                  <a:solidFill>
                    <a:srgbClr val="1485A4"/>
                  </a:solidFill>
                  <a:latin typeface="微软雅黑" panose="020B0503020204020204" charset="-122"/>
                  <a:ea typeface="微软雅黑" panose="020B0503020204020204" charset="-122"/>
                  <a:sym typeface="+mn-ea"/>
                </a:rPr>
                <a:t>0</a:t>
              </a:r>
              <a:endParaRPr lang="en-US" altLang="zh-CN" sz="1800" b="1" dirty="0">
                <a:solidFill>
                  <a:srgbClr val="1485A4"/>
                </a:solidFill>
                <a:latin typeface="微软雅黑" panose="020B0503020204020204" charset="-122"/>
                <a:ea typeface="微软雅黑" panose="020B0503020204020204" charset="-122"/>
                <a:sym typeface="+mn-ea"/>
              </a:endParaRPr>
            </a:p>
          </p:txBody>
        </p:sp>
        <p:sp>
          <p:nvSpPr>
            <p:cNvPr id="117" name="矩形 116"/>
            <p:cNvSpPr/>
            <p:nvPr/>
          </p:nvSpPr>
          <p:spPr>
            <a:xfrm>
              <a:off x="2930" y="6726"/>
              <a:ext cx="454" cy="458"/>
            </a:xfrm>
            <a:prstGeom prst="rect">
              <a:avLst/>
            </a:prstGeom>
            <a:solidFill>
              <a:schemeClr val="bg1">
                <a:lumMod val="95000"/>
              </a:schemeClr>
            </a:solidFill>
            <a:ln w="25400" algn="ctr">
              <a:solidFill>
                <a:sysClr val="window" lastClr="FFFFFF">
                  <a:lumMod val="65000"/>
                </a:sysClr>
              </a:solidFill>
              <a:round/>
            </a:ln>
          </p:spPr>
          <p:txBody>
            <a:bodyPr wrap="none" lIns="0" tIns="0" rIns="0" bIns="0" anchor="ctr" anchorCtr="1"/>
            <a:p>
              <a:pPr lvl="0" algn="r">
                <a:lnSpc>
                  <a:spcPct val="100000"/>
                </a:lnSpc>
                <a:spcBef>
                  <a:spcPct val="0"/>
                </a:spcBef>
                <a:buSzPct val="80000"/>
                <a:buFont typeface="Wingdings" panose="05000000000000000000" pitchFamily="2" charset="2"/>
                <a:buNone/>
              </a:pPr>
              <a:r>
                <a:rPr lang="en-US" altLang="zh-CN" sz="1800" b="1" dirty="0">
                  <a:solidFill>
                    <a:srgbClr val="1485A4"/>
                  </a:solidFill>
                  <a:latin typeface="微软雅黑" panose="020B0503020204020204" charset="-122"/>
                  <a:ea typeface="微软雅黑" panose="020B0503020204020204" charset="-122"/>
                  <a:sym typeface="+mn-ea"/>
                </a:rPr>
                <a:t>41</a:t>
              </a:r>
              <a:endParaRPr lang="en-US" altLang="zh-CN" sz="1800" b="1" dirty="0">
                <a:solidFill>
                  <a:srgbClr val="1485A4"/>
                </a:solidFill>
                <a:latin typeface="微软雅黑" panose="020B0503020204020204" charset="-122"/>
                <a:ea typeface="微软雅黑" panose="020B0503020204020204" charset="-122"/>
                <a:sym typeface="+mn-ea"/>
              </a:endParaRPr>
            </a:p>
          </p:txBody>
        </p:sp>
      </p:grpSp>
      <p:cxnSp>
        <p:nvCxnSpPr>
          <p:cNvPr id="72" name="直接连接符 71"/>
          <p:cNvCxnSpPr/>
          <p:nvPr/>
        </p:nvCxnSpPr>
        <p:spPr>
          <a:xfrm>
            <a:off x="1077595" y="3621405"/>
            <a:ext cx="1291590" cy="1292860"/>
          </a:xfrm>
          <a:prstGeom prst="line">
            <a:avLst/>
          </a:prstGeom>
        </p:spPr>
        <p:style>
          <a:lnRef idx="2">
            <a:schemeClr val="accent1"/>
          </a:lnRef>
          <a:fillRef idx="0">
            <a:srgbClr val="FFFFFF"/>
          </a:fillRef>
          <a:effectRef idx="0">
            <a:srgbClr val="FFFFFF"/>
          </a:effectRef>
          <a:fontRef idx="minor">
            <a:schemeClr val="tx1"/>
          </a:fontRef>
        </p:style>
      </p:cxnSp>
      <p:cxnSp>
        <p:nvCxnSpPr>
          <p:cNvPr id="119" name="直接箭头连接符 118"/>
          <p:cNvCxnSpPr/>
          <p:nvPr/>
        </p:nvCxnSpPr>
        <p:spPr>
          <a:xfrm flipH="1">
            <a:off x="1369060" y="3913505"/>
            <a:ext cx="316865" cy="307340"/>
          </a:xfrm>
          <a:prstGeom prst="straightConnector1">
            <a:avLst/>
          </a:prstGeom>
          <a:ln>
            <a:headEnd type="arrow"/>
            <a:tailEnd type="arrow"/>
          </a:ln>
        </p:spPr>
        <p:style>
          <a:lnRef idx="2">
            <a:schemeClr val="accent1"/>
          </a:lnRef>
          <a:fillRef idx="0">
            <a:srgbClr val="FFFFFF"/>
          </a:fillRef>
          <a:effectRef idx="0">
            <a:srgbClr val="FFFFFF"/>
          </a:effectRef>
          <a:fontRef idx="minor">
            <a:schemeClr val="tx1"/>
          </a:fontRef>
        </p:style>
      </p:cxnSp>
      <p:cxnSp>
        <p:nvCxnSpPr>
          <p:cNvPr id="120" name="直接箭头连接符 119"/>
          <p:cNvCxnSpPr/>
          <p:nvPr/>
        </p:nvCxnSpPr>
        <p:spPr>
          <a:xfrm flipH="1">
            <a:off x="1784350" y="4347845"/>
            <a:ext cx="316865" cy="307340"/>
          </a:xfrm>
          <a:prstGeom prst="straightConnector1">
            <a:avLst/>
          </a:prstGeom>
          <a:ln>
            <a:headEnd type="arrow"/>
            <a:tailEnd type="arrow"/>
          </a:ln>
        </p:spPr>
        <p:style>
          <a:lnRef idx="2">
            <a:schemeClr val="accent1"/>
          </a:lnRef>
          <a:fillRef idx="0">
            <a:srgbClr val="FFFFFF"/>
          </a:fillRef>
          <a:effectRef idx="0">
            <a:srgbClr val="FFFFFF"/>
          </a:effectRef>
          <a:fontRef idx="minor">
            <a:schemeClr val="tx1"/>
          </a:fontRef>
        </p:style>
      </p:cxnSp>
      <p:cxnSp>
        <p:nvCxnSpPr>
          <p:cNvPr id="121" name="直接箭头连接符 120"/>
          <p:cNvCxnSpPr/>
          <p:nvPr/>
        </p:nvCxnSpPr>
        <p:spPr>
          <a:xfrm flipH="1">
            <a:off x="1416685" y="3922395"/>
            <a:ext cx="669925" cy="686435"/>
          </a:xfrm>
          <a:prstGeom prst="straightConnector1">
            <a:avLst/>
          </a:prstGeom>
          <a:ln>
            <a:headEnd type="arrow"/>
            <a:tailEnd type="arrow"/>
          </a:ln>
        </p:spPr>
        <p:style>
          <a:lnRef idx="2">
            <a:schemeClr val="accent1"/>
          </a:lnRef>
          <a:fillRef idx="0">
            <a:srgbClr val="FFFFFF"/>
          </a:fillRef>
          <a:effectRef idx="0">
            <a:srgbClr val="FFFFFF"/>
          </a:effectRef>
          <a:fontRef idx="minor">
            <a:schemeClr val="tx1"/>
          </a:fontRef>
        </p:style>
      </p:cxnSp>
      <p:sp>
        <p:nvSpPr>
          <p:cNvPr id="122" name="直角三角形 121"/>
          <p:cNvSpPr/>
          <p:nvPr/>
        </p:nvSpPr>
        <p:spPr>
          <a:xfrm rot="10800000">
            <a:off x="4313145" y="2547845"/>
            <a:ext cx="1800000" cy="1800000"/>
          </a:xfrm>
          <a:prstGeom prst="rtTriangle">
            <a:avLst/>
          </a:prstGeom>
          <a:solidFill>
            <a:schemeClr val="bg1">
              <a:lumMod val="95000"/>
            </a:schemeClr>
          </a:solidFill>
          <a:ln w="25400" algn="ctr">
            <a:solidFill>
              <a:schemeClr val="tx1"/>
            </a:solidFill>
            <a:round/>
          </a:ln>
        </p:spPr>
        <p:txBody>
          <a:bodyPr wrap="none" lIns="162000" anchor="ctr"/>
          <a:p>
            <a:pPr marL="0" lvl="0" indent="0" algn="l" eaLnBrk="1" hangingPunct="1">
              <a:lnSpc>
                <a:spcPct val="130000"/>
              </a:lnSpc>
              <a:spcBef>
                <a:spcPct val="0"/>
              </a:spcBef>
              <a:buSzPct val="80000"/>
              <a:buFont typeface="Wingdings" panose="05000000000000000000" pitchFamily="2" charset="2"/>
              <a:buNone/>
            </a:pPr>
            <a:endParaRPr lang="en-US" altLang="zh-CN" sz="2400" b="1" dirty="0">
              <a:solidFill>
                <a:srgbClr val="1485A4"/>
              </a:solidFill>
              <a:latin typeface="Times New Roman" panose="02020603050405020304" charset="0"/>
              <a:ea typeface="微软雅黑" panose="020B0503020204020204" charset="-122"/>
              <a:sym typeface="+mn-ea"/>
            </a:endParaRPr>
          </a:p>
        </p:txBody>
      </p:sp>
      <p:cxnSp>
        <p:nvCxnSpPr>
          <p:cNvPr id="123" name="直接连接符 122"/>
          <p:cNvCxnSpPr/>
          <p:nvPr/>
        </p:nvCxnSpPr>
        <p:spPr>
          <a:xfrm>
            <a:off x="4494530" y="2742565"/>
            <a:ext cx="1621155" cy="7620"/>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125" name="直接连接符 124"/>
          <p:cNvCxnSpPr/>
          <p:nvPr/>
        </p:nvCxnSpPr>
        <p:spPr>
          <a:xfrm>
            <a:off x="4680585" y="2933700"/>
            <a:ext cx="1418590" cy="16510"/>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126" name="直接连接符 125"/>
          <p:cNvCxnSpPr/>
          <p:nvPr/>
        </p:nvCxnSpPr>
        <p:spPr>
          <a:xfrm flipV="1">
            <a:off x="5699125" y="3924935"/>
            <a:ext cx="422910" cy="635"/>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sp>
        <p:nvSpPr>
          <p:cNvPr id="182" name="文本框 181"/>
          <p:cNvSpPr txBox="1"/>
          <p:nvPr/>
        </p:nvSpPr>
        <p:spPr>
          <a:xfrm>
            <a:off x="5510530" y="2873375"/>
            <a:ext cx="442595" cy="829945"/>
          </a:xfrm>
          <a:prstGeom prst="rect">
            <a:avLst/>
          </a:prstGeom>
          <a:noFill/>
        </p:spPr>
        <p:txBody>
          <a:bodyPr wrap="square" rtlCol="0">
            <a:spAutoFit/>
          </a:bodyPr>
          <a:p>
            <a:r>
              <a:rPr lang="en-US" altLang="zh-CN" sz="2400" b="1">
                <a:latin typeface="微软雅黑" panose="020B0503020204020204" charset="-122"/>
                <a:ea typeface="微软雅黑" panose="020B0503020204020204" charset="-122"/>
              </a:rPr>
              <a:t>...</a:t>
            </a:r>
            <a:endParaRPr lang="en-US" altLang="zh-CN" sz="2400" b="1">
              <a:latin typeface="微软雅黑" panose="020B0503020204020204" charset="-122"/>
              <a:ea typeface="微软雅黑" panose="020B0503020204020204" charset="-122"/>
            </a:endParaRPr>
          </a:p>
          <a:p>
            <a:r>
              <a:rPr lang="en-US" altLang="zh-CN" sz="2400" b="1">
                <a:latin typeface="微软雅黑" panose="020B0503020204020204" charset="-122"/>
                <a:ea typeface="微软雅黑" panose="020B0503020204020204" charset="-122"/>
                <a:sym typeface="+mn-ea"/>
              </a:rPr>
              <a:t>...</a:t>
            </a:r>
            <a:endParaRPr lang="en-US" altLang="zh-CN" sz="2400" b="1">
              <a:latin typeface="微软雅黑" panose="020B0503020204020204" charset="-122"/>
              <a:ea typeface="微软雅黑" panose="020B0503020204020204" charset="-122"/>
            </a:endParaRPr>
          </a:p>
        </p:txBody>
      </p:sp>
      <p:sp>
        <p:nvSpPr>
          <p:cNvPr id="128" name="文本框 127"/>
          <p:cNvSpPr txBox="1"/>
          <p:nvPr/>
        </p:nvSpPr>
        <p:spPr>
          <a:xfrm>
            <a:off x="3856355" y="2041525"/>
            <a:ext cx="2672080" cy="337185"/>
          </a:xfrm>
          <a:prstGeom prst="rect">
            <a:avLst/>
          </a:prstGeom>
        </p:spPr>
        <p:txBody>
          <a:bodyPr wrap="square">
            <a:spAutoFit/>
          </a:bodyPr>
          <a:p>
            <a:r>
              <a:rPr lang="en-US" altLang="zh-CN" sz="1600" b="1">
                <a:latin typeface="微软雅黑" panose="020B0503020204020204" charset="-122"/>
                <a:ea typeface="微软雅黑" panose="020B0503020204020204" charset="-122"/>
              </a:rPr>
              <a:t>Upper triangle (by rows)</a:t>
            </a:r>
            <a:endParaRPr lang="en-US" altLang="zh-CN" sz="1600" b="1">
              <a:latin typeface="微软雅黑" panose="020B0503020204020204" charset="-122"/>
              <a:ea typeface="微软雅黑" panose="020B0503020204020204" charset="-122"/>
            </a:endParaRPr>
          </a:p>
        </p:txBody>
      </p:sp>
      <p:cxnSp>
        <p:nvCxnSpPr>
          <p:cNvPr id="129" name="直接连接符 128"/>
          <p:cNvCxnSpPr/>
          <p:nvPr/>
        </p:nvCxnSpPr>
        <p:spPr>
          <a:xfrm flipV="1">
            <a:off x="5902960" y="4125595"/>
            <a:ext cx="208915" cy="2540"/>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sp>
        <p:nvSpPr>
          <p:cNvPr id="130" name="文本框 129"/>
          <p:cNvSpPr txBox="1"/>
          <p:nvPr/>
        </p:nvSpPr>
        <p:spPr>
          <a:xfrm>
            <a:off x="6054725" y="2480310"/>
            <a:ext cx="745490" cy="275590"/>
          </a:xfrm>
          <a:prstGeom prst="rect">
            <a:avLst/>
          </a:prstGeom>
          <a:noFill/>
        </p:spPr>
        <p:txBody>
          <a:bodyPr wrap="square" rtlCol="0">
            <a:spAutoFit/>
          </a:bodyPr>
          <a:p>
            <a:r>
              <a:rPr lang="en-US" altLang="zh-CN" sz="1200" b="1">
                <a:latin typeface="微软雅黑" panose="020B0503020204020204" charset="-122"/>
                <a:ea typeface="微软雅黑" panose="020B0503020204020204" charset="-122"/>
              </a:rPr>
              <a:t>Row 0</a:t>
            </a:r>
            <a:endParaRPr lang="en-US" altLang="zh-CN" sz="1200" b="1">
              <a:latin typeface="微软雅黑" panose="020B0503020204020204" charset="-122"/>
              <a:ea typeface="微软雅黑" panose="020B0503020204020204" charset="-122"/>
            </a:endParaRPr>
          </a:p>
        </p:txBody>
      </p:sp>
      <p:sp>
        <p:nvSpPr>
          <p:cNvPr id="131" name="文本框 130"/>
          <p:cNvSpPr txBox="1"/>
          <p:nvPr/>
        </p:nvSpPr>
        <p:spPr>
          <a:xfrm>
            <a:off x="6054725" y="2707005"/>
            <a:ext cx="745490" cy="275590"/>
          </a:xfrm>
          <a:prstGeom prst="rect">
            <a:avLst/>
          </a:prstGeom>
          <a:noFill/>
        </p:spPr>
        <p:txBody>
          <a:bodyPr wrap="square" rtlCol="0">
            <a:spAutoFit/>
          </a:bodyPr>
          <a:p>
            <a:r>
              <a:rPr lang="en-US" altLang="zh-CN" sz="1200" b="1">
                <a:latin typeface="微软雅黑" panose="020B0503020204020204" charset="-122"/>
                <a:ea typeface="微软雅黑" panose="020B0503020204020204" charset="-122"/>
              </a:rPr>
              <a:t>Row 1</a:t>
            </a:r>
            <a:endParaRPr lang="en-US" altLang="zh-CN" sz="1200" b="1">
              <a:latin typeface="微软雅黑" panose="020B0503020204020204" charset="-122"/>
              <a:ea typeface="微软雅黑" panose="020B0503020204020204" charset="-122"/>
            </a:endParaRPr>
          </a:p>
        </p:txBody>
      </p:sp>
      <p:sp>
        <p:nvSpPr>
          <p:cNvPr id="132" name="文本框 131"/>
          <p:cNvSpPr txBox="1"/>
          <p:nvPr/>
        </p:nvSpPr>
        <p:spPr>
          <a:xfrm>
            <a:off x="6054725" y="4072255"/>
            <a:ext cx="745490" cy="275590"/>
          </a:xfrm>
          <a:prstGeom prst="rect">
            <a:avLst/>
          </a:prstGeom>
          <a:noFill/>
        </p:spPr>
        <p:txBody>
          <a:bodyPr wrap="square" rtlCol="0">
            <a:spAutoFit/>
          </a:bodyPr>
          <a:p>
            <a:r>
              <a:rPr lang="en-US" altLang="zh-CN" sz="1200" b="1">
                <a:latin typeface="微软雅黑" panose="020B0503020204020204" charset="-122"/>
                <a:ea typeface="微软雅黑" panose="020B0503020204020204" charset="-122"/>
              </a:rPr>
              <a:t>Row n</a:t>
            </a:r>
            <a:endParaRPr lang="en-US" altLang="zh-CN" sz="1200" b="1">
              <a:latin typeface="微软雅黑" panose="020B0503020204020204" charset="-122"/>
              <a:ea typeface="微软雅黑" panose="020B0503020204020204" charset="-122"/>
            </a:endParaRPr>
          </a:p>
        </p:txBody>
      </p:sp>
      <p:sp>
        <p:nvSpPr>
          <p:cNvPr id="134" name="左中括号 133"/>
          <p:cNvSpPr/>
          <p:nvPr/>
        </p:nvSpPr>
        <p:spPr>
          <a:xfrm>
            <a:off x="4114800" y="2547620"/>
            <a:ext cx="140970" cy="1021080"/>
          </a:xfrm>
          <a:prstGeom prst="leftBracket">
            <a:avLst/>
          </a:prstGeom>
          <a:ln>
            <a:solidFill>
              <a:schemeClr val="tx1"/>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38" name="左中括号 137"/>
          <p:cNvSpPr/>
          <p:nvPr/>
        </p:nvSpPr>
        <p:spPr>
          <a:xfrm>
            <a:off x="4114800" y="3669665"/>
            <a:ext cx="140970" cy="678180"/>
          </a:xfrm>
          <a:prstGeom prst="leftBracket">
            <a:avLst/>
          </a:prstGeom>
          <a:ln>
            <a:solidFill>
              <a:schemeClr val="tx1"/>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44" name="文本框 143"/>
          <p:cNvSpPr txBox="1"/>
          <p:nvPr/>
        </p:nvSpPr>
        <p:spPr>
          <a:xfrm rot="16200000">
            <a:off x="3404870" y="2840355"/>
            <a:ext cx="1059815" cy="275590"/>
          </a:xfrm>
          <a:prstGeom prst="rect">
            <a:avLst/>
          </a:prstGeom>
          <a:noFill/>
        </p:spPr>
        <p:txBody>
          <a:bodyPr wrap="square" rtlCol="0">
            <a:spAutoFit/>
          </a:bodyPr>
          <a:p>
            <a:r>
              <a:rPr lang="en-US" altLang="zh-CN" sz="1200" b="1">
                <a:latin typeface="微软雅黑" panose="020B0503020204020204" charset="-122"/>
                <a:ea typeface="微软雅黑" panose="020B0503020204020204" charset="-122"/>
              </a:rPr>
              <a:t>large scale</a:t>
            </a:r>
            <a:endParaRPr lang="en-US" altLang="zh-CN" sz="1200" b="1">
              <a:latin typeface="微软雅黑" panose="020B0503020204020204" charset="-122"/>
              <a:ea typeface="微软雅黑" panose="020B0503020204020204" charset="-122"/>
            </a:endParaRPr>
          </a:p>
        </p:txBody>
      </p:sp>
      <p:sp>
        <p:nvSpPr>
          <p:cNvPr id="146" name="文本框 145"/>
          <p:cNvSpPr txBox="1"/>
          <p:nvPr/>
        </p:nvSpPr>
        <p:spPr>
          <a:xfrm rot="16200000">
            <a:off x="3404870" y="3837305"/>
            <a:ext cx="1059815" cy="275590"/>
          </a:xfrm>
          <a:prstGeom prst="rect">
            <a:avLst/>
          </a:prstGeom>
          <a:noFill/>
        </p:spPr>
        <p:txBody>
          <a:bodyPr wrap="square" rtlCol="0">
            <a:spAutoFit/>
          </a:bodyPr>
          <a:p>
            <a:r>
              <a:rPr lang="en-US" altLang="zh-CN" sz="1200" b="1">
                <a:latin typeface="微软雅黑" panose="020B0503020204020204" charset="-122"/>
                <a:ea typeface="微软雅黑" panose="020B0503020204020204" charset="-122"/>
              </a:rPr>
              <a:t>small scale</a:t>
            </a:r>
            <a:endParaRPr lang="en-US" altLang="zh-CN" sz="1200" b="1">
              <a:latin typeface="微软雅黑" panose="020B0503020204020204" charset="-122"/>
              <a:ea typeface="微软雅黑" panose="020B0503020204020204" charset="-122"/>
            </a:endParaRPr>
          </a:p>
        </p:txBody>
      </p:sp>
      <p:sp>
        <p:nvSpPr>
          <p:cNvPr id="147" name="矩形 146"/>
          <p:cNvSpPr/>
          <p:nvPr/>
        </p:nvSpPr>
        <p:spPr>
          <a:xfrm>
            <a:off x="4626610" y="2547620"/>
            <a:ext cx="187960" cy="194945"/>
          </a:xfrm>
          <a:prstGeom prst="rect">
            <a:avLst/>
          </a:prstGeom>
          <a:solidFill>
            <a:srgbClr val="CAECF2"/>
          </a:solidFill>
          <a:ln w="25400" algn="ctr">
            <a:solidFill>
              <a:schemeClr val="tx1"/>
            </a:solidFill>
            <a:round/>
          </a:ln>
        </p:spPr>
        <p:txBody>
          <a:bodyPr wrap="none" lIns="162000" anchor="ctr"/>
          <a:p>
            <a:pPr marL="0" lvl="0" indent="0" algn="l" eaLnBrk="1" hangingPunct="1">
              <a:lnSpc>
                <a:spcPct val="130000"/>
              </a:lnSpc>
              <a:spcBef>
                <a:spcPct val="0"/>
              </a:spcBef>
              <a:buSzPct val="80000"/>
              <a:buFont typeface="Wingdings" panose="05000000000000000000" pitchFamily="2" charset="2"/>
              <a:buNone/>
            </a:pPr>
            <a:endParaRPr lang="en-US" altLang="zh-CN" sz="2400" b="1" dirty="0">
              <a:solidFill>
                <a:srgbClr val="1485A4"/>
              </a:solidFill>
              <a:latin typeface="Times New Roman" panose="02020603050405020304" charset="0"/>
              <a:ea typeface="微软雅黑" panose="020B0503020204020204" charset="-122"/>
              <a:sym typeface="+mn-ea"/>
            </a:endParaRPr>
          </a:p>
        </p:txBody>
      </p:sp>
      <p:sp>
        <p:nvSpPr>
          <p:cNvPr id="148" name="矩形 147"/>
          <p:cNvSpPr/>
          <p:nvPr/>
        </p:nvSpPr>
        <p:spPr>
          <a:xfrm>
            <a:off x="4941570" y="2547620"/>
            <a:ext cx="187960" cy="194945"/>
          </a:xfrm>
          <a:prstGeom prst="rect">
            <a:avLst/>
          </a:prstGeom>
          <a:solidFill>
            <a:srgbClr val="CAECF2"/>
          </a:solidFill>
          <a:ln w="25400" algn="ctr">
            <a:solidFill>
              <a:schemeClr val="tx1"/>
            </a:solidFill>
            <a:round/>
          </a:ln>
        </p:spPr>
        <p:txBody>
          <a:bodyPr wrap="none" lIns="162000" anchor="ctr"/>
          <a:p>
            <a:pPr marL="0" lvl="0" indent="0" algn="l" eaLnBrk="1" hangingPunct="1">
              <a:lnSpc>
                <a:spcPct val="130000"/>
              </a:lnSpc>
              <a:spcBef>
                <a:spcPct val="0"/>
              </a:spcBef>
              <a:buSzPct val="80000"/>
              <a:buFont typeface="Wingdings" panose="05000000000000000000" pitchFamily="2" charset="2"/>
              <a:buNone/>
            </a:pPr>
            <a:endParaRPr lang="en-US" altLang="zh-CN" sz="2400" b="1" dirty="0">
              <a:solidFill>
                <a:srgbClr val="1485A4"/>
              </a:solidFill>
              <a:latin typeface="Times New Roman" panose="02020603050405020304" charset="0"/>
              <a:ea typeface="微软雅黑" panose="020B0503020204020204" charset="-122"/>
              <a:sym typeface="+mn-ea"/>
            </a:endParaRPr>
          </a:p>
        </p:txBody>
      </p:sp>
      <p:sp>
        <p:nvSpPr>
          <p:cNvPr id="149" name="矩形 148"/>
          <p:cNvSpPr/>
          <p:nvPr/>
        </p:nvSpPr>
        <p:spPr>
          <a:xfrm>
            <a:off x="5129530" y="2547620"/>
            <a:ext cx="187960" cy="194945"/>
          </a:xfrm>
          <a:prstGeom prst="rect">
            <a:avLst/>
          </a:prstGeom>
          <a:solidFill>
            <a:srgbClr val="CAECF2"/>
          </a:solidFill>
          <a:ln w="25400" algn="ctr">
            <a:solidFill>
              <a:schemeClr val="tx1"/>
            </a:solidFill>
            <a:round/>
          </a:ln>
        </p:spPr>
        <p:txBody>
          <a:bodyPr wrap="none" lIns="162000" anchor="ctr"/>
          <a:p>
            <a:pPr marL="0" lvl="0" indent="0" algn="l" eaLnBrk="1" hangingPunct="1">
              <a:lnSpc>
                <a:spcPct val="130000"/>
              </a:lnSpc>
              <a:spcBef>
                <a:spcPct val="0"/>
              </a:spcBef>
              <a:buSzPct val="80000"/>
              <a:buFont typeface="Wingdings" panose="05000000000000000000" pitchFamily="2" charset="2"/>
              <a:buNone/>
            </a:pPr>
            <a:endParaRPr lang="en-US" altLang="zh-CN" sz="2400" b="1" dirty="0">
              <a:solidFill>
                <a:srgbClr val="1485A4"/>
              </a:solidFill>
              <a:latin typeface="Times New Roman" panose="02020603050405020304" charset="0"/>
              <a:ea typeface="微软雅黑" panose="020B0503020204020204" charset="-122"/>
              <a:sym typeface="+mn-ea"/>
            </a:endParaRPr>
          </a:p>
        </p:txBody>
      </p:sp>
      <p:sp>
        <p:nvSpPr>
          <p:cNvPr id="151" name="矩形 150"/>
          <p:cNvSpPr/>
          <p:nvPr/>
        </p:nvSpPr>
        <p:spPr>
          <a:xfrm>
            <a:off x="5511165" y="2547620"/>
            <a:ext cx="187960" cy="194945"/>
          </a:xfrm>
          <a:prstGeom prst="rect">
            <a:avLst/>
          </a:prstGeom>
          <a:solidFill>
            <a:srgbClr val="CAECF2"/>
          </a:solidFill>
          <a:ln w="25400" algn="ctr">
            <a:solidFill>
              <a:schemeClr val="tx1"/>
            </a:solidFill>
            <a:round/>
          </a:ln>
        </p:spPr>
        <p:txBody>
          <a:bodyPr wrap="none" lIns="162000" anchor="ctr"/>
          <a:p>
            <a:pPr marL="0" lvl="0" indent="0" algn="l" eaLnBrk="1" hangingPunct="1">
              <a:lnSpc>
                <a:spcPct val="130000"/>
              </a:lnSpc>
              <a:spcBef>
                <a:spcPct val="0"/>
              </a:spcBef>
              <a:buSzPct val="80000"/>
              <a:buFont typeface="Wingdings" panose="05000000000000000000" pitchFamily="2" charset="2"/>
              <a:buNone/>
            </a:pPr>
            <a:endParaRPr lang="en-US" altLang="zh-CN" sz="2400" b="1" dirty="0">
              <a:solidFill>
                <a:srgbClr val="1485A4"/>
              </a:solidFill>
              <a:latin typeface="Times New Roman" panose="02020603050405020304" charset="0"/>
              <a:ea typeface="微软雅黑" panose="020B0503020204020204" charset="-122"/>
              <a:sym typeface="+mn-ea"/>
            </a:endParaRPr>
          </a:p>
        </p:txBody>
      </p:sp>
      <p:sp>
        <p:nvSpPr>
          <p:cNvPr id="152" name="矩形 151"/>
          <p:cNvSpPr/>
          <p:nvPr/>
        </p:nvSpPr>
        <p:spPr>
          <a:xfrm>
            <a:off x="5866765" y="2547620"/>
            <a:ext cx="187960" cy="201930"/>
          </a:xfrm>
          <a:prstGeom prst="rect">
            <a:avLst/>
          </a:prstGeom>
          <a:solidFill>
            <a:srgbClr val="CAECF2"/>
          </a:solidFill>
          <a:ln w="25400" algn="ctr">
            <a:solidFill>
              <a:schemeClr val="tx1"/>
            </a:solidFill>
            <a:round/>
          </a:ln>
        </p:spPr>
        <p:txBody>
          <a:bodyPr wrap="none" lIns="162000" anchor="ctr"/>
          <a:p>
            <a:pPr marL="0" lvl="0" indent="0" algn="l" eaLnBrk="1" hangingPunct="1">
              <a:lnSpc>
                <a:spcPct val="130000"/>
              </a:lnSpc>
              <a:spcBef>
                <a:spcPct val="0"/>
              </a:spcBef>
              <a:buSzPct val="80000"/>
              <a:buFont typeface="Wingdings" panose="05000000000000000000" pitchFamily="2" charset="2"/>
              <a:buNone/>
            </a:pPr>
            <a:endParaRPr lang="en-US" altLang="zh-CN" sz="2400" b="1" dirty="0">
              <a:solidFill>
                <a:srgbClr val="1485A4"/>
              </a:solidFill>
              <a:latin typeface="Times New Roman" panose="02020603050405020304" charset="0"/>
              <a:ea typeface="微软雅黑" panose="020B0503020204020204" charset="-122"/>
              <a:sym typeface="+mn-ea"/>
            </a:endParaRPr>
          </a:p>
        </p:txBody>
      </p:sp>
      <p:sp>
        <p:nvSpPr>
          <p:cNvPr id="153" name="矩形 152"/>
          <p:cNvSpPr/>
          <p:nvPr/>
        </p:nvSpPr>
        <p:spPr>
          <a:xfrm>
            <a:off x="4814570" y="2742565"/>
            <a:ext cx="187960" cy="194945"/>
          </a:xfrm>
          <a:prstGeom prst="rect">
            <a:avLst/>
          </a:prstGeom>
          <a:solidFill>
            <a:srgbClr val="CAECF2"/>
          </a:solidFill>
          <a:ln w="25400" algn="ctr">
            <a:solidFill>
              <a:schemeClr val="tx1"/>
            </a:solidFill>
            <a:round/>
          </a:ln>
        </p:spPr>
        <p:txBody>
          <a:bodyPr wrap="none" lIns="162000" anchor="ctr"/>
          <a:p>
            <a:pPr marL="0" lvl="0" indent="0" algn="l" eaLnBrk="1" hangingPunct="1">
              <a:lnSpc>
                <a:spcPct val="130000"/>
              </a:lnSpc>
              <a:spcBef>
                <a:spcPct val="0"/>
              </a:spcBef>
              <a:buSzPct val="80000"/>
              <a:buFont typeface="Wingdings" panose="05000000000000000000" pitchFamily="2" charset="2"/>
              <a:buNone/>
            </a:pPr>
            <a:endParaRPr lang="en-US" altLang="zh-CN" sz="2400" b="1" dirty="0">
              <a:solidFill>
                <a:srgbClr val="1485A4"/>
              </a:solidFill>
              <a:latin typeface="Times New Roman" panose="02020603050405020304" charset="0"/>
              <a:ea typeface="微软雅黑" panose="020B0503020204020204" charset="-122"/>
              <a:sym typeface="+mn-ea"/>
            </a:endParaRPr>
          </a:p>
        </p:txBody>
      </p:sp>
      <p:sp>
        <p:nvSpPr>
          <p:cNvPr id="155" name="矩形 154"/>
          <p:cNvSpPr/>
          <p:nvPr/>
        </p:nvSpPr>
        <p:spPr>
          <a:xfrm>
            <a:off x="5160010" y="2749550"/>
            <a:ext cx="187960" cy="187960"/>
          </a:xfrm>
          <a:prstGeom prst="rect">
            <a:avLst/>
          </a:prstGeom>
          <a:solidFill>
            <a:srgbClr val="CAECF2"/>
          </a:solidFill>
          <a:ln w="25400" algn="ctr">
            <a:solidFill>
              <a:schemeClr val="tx1"/>
            </a:solidFill>
            <a:round/>
          </a:ln>
        </p:spPr>
        <p:txBody>
          <a:bodyPr wrap="none" lIns="162000" anchor="ctr"/>
          <a:p>
            <a:pPr marL="0" lvl="0" indent="0" algn="l" eaLnBrk="1" hangingPunct="1">
              <a:lnSpc>
                <a:spcPct val="130000"/>
              </a:lnSpc>
              <a:spcBef>
                <a:spcPct val="0"/>
              </a:spcBef>
              <a:buSzPct val="80000"/>
              <a:buFont typeface="Wingdings" panose="05000000000000000000" pitchFamily="2" charset="2"/>
              <a:buNone/>
            </a:pPr>
            <a:endParaRPr lang="en-US" altLang="zh-CN" sz="2400" b="1" dirty="0">
              <a:solidFill>
                <a:srgbClr val="1485A4"/>
              </a:solidFill>
              <a:latin typeface="Times New Roman" panose="02020603050405020304" charset="0"/>
              <a:ea typeface="微软雅黑" panose="020B0503020204020204" charset="-122"/>
              <a:sym typeface="+mn-ea"/>
            </a:endParaRPr>
          </a:p>
        </p:txBody>
      </p:sp>
      <p:sp>
        <p:nvSpPr>
          <p:cNvPr id="157" name="矩形 156"/>
          <p:cNvSpPr/>
          <p:nvPr/>
        </p:nvSpPr>
        <p:spPr>
          <a:xfrm>
            <a:off x="5553075" y="2750185"/>
            <a:ext cx="187960" cy="194945"/>
          </a:xfrm>
          <a:prstGeom prst="rect">
            <a:avLst/>
          </a:prstGeom>
          <a:solidFill>
            <a:srgbClr val="CAECF2"/>
          </a:solidFill>
          <a:ln w="25400" algn="ctr">
            <a:solidFill>
              <a:schemeClr val="tx1"/>
            </a:solidFill>
            <a:round/>
          </a:ln>
        </p:spPr>
        <p:txBody>
          <a:bodyPr wrap="none" lIns="162000" anchor="ctr"/>
          <a:p>
            <a:pPr marL="0" lvl="0" indent="0" algn="l" eaLnBrk="1" hangingPunct="1">
              <a:lnSpc>
                <a:spcPct val="130000"/>
              </a:lnSpc>
              <a:spcBef>
                <a:spcPct val="0"/>
              </a:spcBef>
              <a:buSzPct val="80000"/>
              <a:buFont typeface="Wingdings" panose="05000000000000000000" pitchFamily="2" charset="2"/>
              <a:buNone/>
            </a:pPr>
            <a:endParaRPr lang="en-US" altLang="zh-CN" sz="2400" b="1" dirty="0">
              <a:solidFill>
                <a:srgbClr val="1485A4"/>
              </a:solidFill>
              <a:latin typeface="Times New Roman" panose="02020603050405020304" charset="0"/>
              <a:ea typeface="微软雅黑" panose="020B0503020204020204" charset="-122"/>
              <a:sym typeface="+mn-ea"/>
            </a:endParaRPr>
          </a:p>
        </p:txBody>
      </p:sp>
      <p:sp>
        <p:nvSpPr>
          <p:cNvPr id="158" name="矩形 157"/>
          <p:cNvSpPr/>
          <p:nvPr/>
        </p:nvSpPr>
        <p:spPr>
          <a:xfrm>
            <a:off x="5924550" y="2749550"/>
            <a:ext cx="187960" cy="200660"/>
          </a:xfrm>
          <a:prstGeom prst="rect">
            <a:avLst/>
          </a:prstGeom>
          <a:solidFill>
            <a:srgbClr val="CAECF2"/>
          </a:solidFill>
          <a:ln w="25400" algn="ctr">
            <a:solidFill>
              <a:schemeClr val="tx1"/>
            </a:solidFill>
            <a:round/>
          </a:ln>
        </p:spPr>
        <p:txBody>
          <a:bodyPr wrap="none" lIns="162000" anchor="ctr"/>
          <a:p>
            <a:pPr marL="0" lvl="0" indent="0" algn="l" eaLnBrk="1" hangingPunct="1">
              <a:lnSpc>
                <a:spcPct val="130000"/>
              </a:lnSpc>
              <a:spcBef>
                <a:spcPct val="0"/>
              </a:spcBef>
              <a:buSzPct val="80000"/>
              <a:buFont typeface="Wingdings" panose="05000000000000000000" pitchFamily="2" charset="2"/>
              <a:buNone/>
            </a:pPr>
            <a:endParaRPr lang="en-US" altLang="zh-CN" sz="2400" b="1" dirty="0">
              <a:solidFill>
                <a:srgbClr val="1485A4"/>
              </a:solidFill>
              <a:latin typeface="Times New Roman" panose="02020603050405020304" charset="0"/>
              <a:ea typeface="微软雅黑" panose="020B0503020204020204" charset="-122"/>
              <a:sym typeface="+mn-ea"/>
            </a:endParaRPr>
          </a:p>
        </p:txBody>
      </p:sp>
      <p:sp>
        <p:nvSpPr>
          <p:cNvPr id="159" name="矩形 158"/>
          <p:cNvSpPr/>
          <p:nvPr/>
        </p:nvSpPr>
        <p:spPr>
          <a:xfrm>
            <a:off x="5765165" y="3712210"/>
            <a:ext cx="187960" cy="212725"/>
          </a:xfrm>
          <a:prstGeom prst="rect">
            <a:avLst/>
          </a:prstGeom>
          <a:solidFill>
            <a:srgbClr val="CAECF2"/>
          </a:solidFill>
          <a:ln w="25400" algn="ctr">
            <a:solidFill>
              <a:schemeClr val="tx1"/>
            </a:solidFill>
            <a:round/>
          </a:ln>
        </p:spPr>
        <p:txBody>
          <a:bodyPr wrap="none" lIns="162000" anchor="ctr"/>
          <a:p>
            <a:pPr marL="0" lvl="0" indent="0" algn="l" eaLnBrk="1" hangingPunct="1">
              <a:lnSpc>
                <a:spcPct val="130000"/>
              </a:lnSpc>
              <a:spcBef>
                <a:spcPct val="0"/>
              </a:spcBef>
              <a:buSzPct val="80000"/>
              <a:buFont typeface="Wingdings" panose="05000000000000000000" pitchFamily="2" charset="2"/>
              <a:buNone/>
            </a:pPr>
            <a:endParaRPr lang="en-US" altLang="zh-CN" sz="2400" b="1" dirty="0">
              <a:solidFill>
                <a:srgbClr val="1485A4"/>
              </a:solidFill>
              <a:latin typeface="Times New Roman" panose="02020603050405020304" charset="0"/>
              <a:ea typeface="微软雅黑" panose="020B0503020204020204" charset="-122"/>
              <a:sym typeface="+mn-ea"/>
            </a:endParaRPr>
          </a:p>
        </p:txBody>
      </p:sp>
      <p:sp>
        <p:nvSpPr>
          <p:cNvPr id="160" name="圆角矩形 159"/>
          <p:cNvSpPr/>
          <p:nvPr/>
        </p:nvSpPr>
        <p:spPr>
          <a:xfrm>
            <a:off x="3625215" y="4917440"/>
            <a:ext cx="3141345" cy="1221740"/>
          </a:xfrm>
          <a:prstGeom prst="roundRect">
            <a:avLst/>
          </a:prstGeom>
          <a:solidFill>
            <a:schemeClr val="accent1">
              <a:lumMod val="20000"/>
              <a:lumOff val="80000"/>
            </a:schemeClr>
          </a:solidFill>
          <a:ln w="25400" algn="ctr">
            <a:solidFill>
              <a:schemeClr val="tx1"/>
            </a:solidFill>
            <a:round/>
          </a:ln>
        </p:spPr>
        <p:txBody>
          <a:bodyPr wrap="none" lIns="162000" anchor="ctr"/>
          <a:p>
            <a:pPr marL="0" lvl="0" indent="0" algn="l" eaLnBrk="1" hangingPunct="1">
              <a:lnSpc>
                <a:spcPct val="130000"/>
              </a:lnSpc>
              <a:spcBef>
                <a:spcPct val="0"/>
              </a:spcBef>
              <a:buSzPct val="80000"/>
              <a:buFont typeface="Wingdings" panose="05000000000000000000" pitchFamily="2" charset="2"/>
              <a:buNone/>
            </a:pPr>
            <a:endParaRPr lang="en-US" altLang="zh-CN" sz="2400" b="1" dirty="0">
              <a:solidFill>
                <a:srgbClr val="1485A4"/>
              </a:solidFill>
              <a:latin typeface="Times New Roman" panose="02020603050405020304" charset="0"/>
              <a:ea typeface="微软雅黑" panose="020B0503020204020204" charset="-122"/>
              <a:sym typeface="+mn-ea"/>
            </a:endParaRPr>
          </a:p>
        </p:txBody>
      </p:sp>
      <p:sp>
        <p:nvSpPr>
          <p:cNvPr id="161" name="文本框 160"/>
          <p:cNvSpPr txBox="1"/>
          <p:nvPr/>
        </p:nvSpPr>
        <p:spPr>
          <a:xfrm>
            <a:off x="3625215" y="5020945"/>
            <a:ext cx="3175000" cy="1014730"/>
          </a:xfrm>
          <a:prstGeom prst="rect">
            <a:avLst/>
          </a:prstGeom>
          <a:noFill/>
        </p:spPr>
        <p:txBody>
          <a:bodyPr wrap="square" rtlCol="0">
            <a:spAutoFit/>
          </a:bodyPr>
          <a:p>
            <a:pPr algn="just"/>
            <a:r>
              <a:rPr lang="en-US" altLang="zh-CN" sz="1500" b="1">
                <a:solidFill>
                  <a:srgbClr val="FF0000"/>
                </a:solidFill>
                <a:latin typeface="微软雅黑" panose="020B0503020204020204" charset="-122"/>
                <a:ea typeface="微软雅黑" panose="020B0503020204020204" charset="-122"/>
              </a:rPr>
              <a:t>Observation</a:t>
            </a:r>
            <a:r>
              <a:rPr lang="en-US" altLang="zh-CN" sz="1500" b="1">
                <a:latin typeface="微软雅黑" panose="020B0503020204020204" charset="-122"/>
                <a:ea typeface="微软雅黑" panose="020B0503020204020204" charset="-122"/>
              </a:rPr>
              <a:t>: triangular rows naturally have different scales and numbers of nonzeros, </a:t>
            </a:r>
            <a:r>
              <a:rPr lang="en-US" altLang="zh-CN" sz="1500" b="1">
                <a:latin typeface="微软雅黑" panose="020B0503020204020204" charset="-122"/>
                <a:ea typeface="微软雅黑" panose="020B0503020204020204" charset="-122"/>
                <a:sym typeface="+mn-ea"/>
              </a:rPr>
              <a:t>from top to bottom </a:t>
            </a:r>
            <a:endParaRPr lang="en-US" altLang="zh-CN" sz="1500" b="1">
              <a:latin typeface="微软雅黑" panose="020B0503020204020204" charset="-122"/>
              <a:ea typeface="微软雅黑" panose="020B0503020204020204" charset="-122"/>
            </a:endParaRPr>
          </a:p>
        </p:txBody>
      </p:sp>
      <p:cxnSp>
        <p:nvCxnSpPr>
          <p:cNvPr id="162" name="直接连接符 161"/>
          <p:cNvCxnSpPr/>
          <p:nvPr/>
        </p:nvCxnSpPr>
        <p:spPr>
          <a:xfrm flipV="1">
            <a:off x="5476240" y="3710305"/>
            <a:ext cx="641985" cy="1905"/>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sp>
        <p:nvSpPr>
          <p:cNvPr id="172" name="右箭头 171"/>
          <p:cNvSpPr/>
          <p:nvPr/>
        </p:nvSpPr>
        <p:spPr>
          <a:xfrm>
            <a:off x="3152140" y="3617595"/>
            <a:ext cx="576580" cy="295910"/>
          </a:xfrm>
          <a:prstGeom prst="rightArrow">
            <a:avLst/>
          </a:prstGeom>
          <a:solidFill>
            <a:schemeClr val="bg1">
              <a:lumMod val="95000"/>
            </a:schemeClr>
          </a:solidFill>
          <a:ln w="25400" algn="ctr">
            <a:solidFill>
              <a:sysClr val="window" lastClr="FFFFFF">
                <a:lumMod val="65000"/>
              </a:sysClr>
            </a:solidFill>
            <a:round/>
          </a:ln>
        </p:spPr>
        <p:txBody>
          <a:bodyPr wrap="none" lIns="162000" anchor="ctr"/>
          <a:p>
            <a:pPr marL="0" lvl="0" indent="0" algn="l" eaLnBrk="1" hangingPunct="1">
              <a:lnSpc>
                <a:spcPct val="130000"/>
              </a:lnSpc>
              <a:spcBef>
                <a:spcPct val="0"/>
              </a:spcBef>
              <a:buSzPct val="80000"/>
              <a:buFont typeface="Wingdings" panose="05000000000000000000" pitchFamily="2" charset="2"/>
              <a:buNone/>
            </a:pPr>
            <a:endParaRPr lang="en-US" altLang="zh-CN" sz="2400" b="1" dirty="0">
              <a:solidFill>
                <a:srgbClr val="1485A4"/>
              </a:solidFill>
              <a:latin typeface="Times New Roman" panose="02020603050405020304" charset="0"/>
              <a:ea typeface="微软雅黑" panose="020B0503020204020204" charset="-122"/>
              <a:sym typeface="+mn-ea"/>
            </a:endParaRPr>
          </a:p>
        </p:txBody>
      </p:sp>
    </p:spTree>
    <p:custDataLst>
      <p:tags r:id="rId12"/>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3"/>
          <p:cNvSpPr>
            <a:spLocks noGrp="1"/>
          </p:cNvSpPr>
          <p:nvPr>
            <p:custDataLst>
              <p:tags r:id="rId1"/>
            </p:custDataLst>
          </p:nvPr>
        </p:nvSpPr>
        <p:spPr>
          <a:xfrm>
            <a:off x="9899650" y="6490335"/>
            <a:ext cx="2133600" cy="365125"/>
          </a:xfrm>
          <a:prstGeom prst="rect">
            <a:avLst/>
          </a:prstGeom>
        </p:spPr>
        <p:txBody>
          <a:bodyPr vert="horz" lIns="91440" tIns="45720" rIns="91440" bIns="45720" rtlCol="0" anchor="ctr"/>
          <a:lstStyle>
            <a:defPPr>
              <a:defRPr lang="zh-CN"/>
            </a:defPPr>
            <a:lvl1pPr marL="0" algn="r" defTabSz="914400" rtl="0" eaLnBrk="1" fontAlgn="auto" latinLnBrk="0" hangingPunct="1">
              <a:spcBef>
                <a:spcPts val="0"/>
              </a:spcBef>
              <a:spcAft>
                <a:spcPts val="0"/>
              </a:spcAft>
              <a:defRPr sz="1200" b="1" kern="1200">
                <a:solidFill>
                  <a:schemeClr val="tx1">
                    <a:tint val="75000"/>
                  </a:schemeClr>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261D8B3-0104-4129-817E-1C07D6A99DE4}" type="slidenum">
              <a:rPr lang="zh-CN" altLang="en-US" sz="1400" smtClean="0">
                <a:solidFill>
                  <a:prstClr val="black">
                    <a:tint val="75000"/>
                  </a:prstClr>
                </a:solidFill>
              </a:rPr>
            </a:fld>
            <a:endParaRPr lang="zh-CN" altLang="en-US" sz="1400">
              <a:solidFill>
                <a:prstClr val="black">
                  <a:tint val="75000"/>
                </a:prstClr>
              </a:solidFill>
            </a:endParaRPr>
          </a:p>
        </p:txBody>
      </p:sp>
      <p:pic>
        <p:nvPicPr>
          <p:cNvPr id="8" name="图片 7"/>
          <p:cNvPicPr>
            <a:picLocks noChangeAspect="1"/>
          </p:cNvPicPr>
          <p:nvPr/>
        </p:nvPicPr>
        <p:blipFill rotWithShape="1">
          <a:blip r:embed="rId2" cstate="print">
            <a:duotone>
              <a:schemeClr val="accent6">
                <a:shade val="45000"/>
                <a:satMod val="135000"/>
              </a:schemeClr>
              <a:prstClr val="white"/>
            </a:duotone>
          </a:blip>
          <a:srcRect r="76362"/>
          <a:stretch>
            <a:fillRect/>
          </a:stretch>
        </p:blipFill>
        <p:spPr>
          <a:xfrm>
            <a:off x="11141111" y="0"/>
            <a:ext cx="804015" cy="719931"/>
          </a:xfrm>
          <a:prstGeom prst="rect">
            <a:avLst/>
          </a:prstGeom>
        </p:spPr>
      </p:pic>
      <p:sp>
        <p:nvSpPr>
          <p:cNvPr id="4" name="文本框 3"/>
          <p:cNvSpPr txBox="1"/>
          <p:nvPr>
            <p:custDataLst>
              <p:tags r:id="rId3"/>
            </p:custDataLst>
          </p:nvPr>
        </p:nvSpPr>
        <p:spPr>
          <a:xfrm>
            <a:off x="288290" y="30480"/>
            <a:ext cx="10709856" cy="641350"/>
          </a:xfrm>
          <a:prstGeom prst="rect">
            <a:avLst/>
          </a:prstGeom>
          <a:noFill/>
        </p:spPr>
        <p:txBody>
          <a:bodyPr wrap="square" rtlCol="0">
            <a:noAutofit/>
          </a:bodyPr>
          <a:lstStyle/>
          <a:p>
            <a:r>
              <a:rPr kumimoji="1" lang="en-US" sz="3600" b="1" dirty="0">
                <a:solidFill>
                  <a:schemeClr val="bg1"/>
                </a:solidFill>
                <a:latin typeface="微软雅黑" panose="020B0503020204020204" charset="-122"/>
                <a:ea typeface="微软雅黑" panose="020B0503020204020204" charset="-122"/>
              </a:rPr>
              <a:t>Evaluation</a:t>
            </a:r>
            <a:endParaRPr kumimoji="1" lang="en-US" sz="3600" b="1" dirty="0">
              <a:solidFill>
                <a:schemeClr val="bg1"/>
              </a:solidFill>
              <a:latin typeface="微软雅黑" panose="020B0503020204020204" charset="-122"/>
              <a:ea typeface="微软雅黑" panose="020B0503020204020204" charset="-122"/>
            </a:endParaRPr>
          </a:p>
        </p:txBody>
      </p:sp>
    </p:spTree>
    <p:custDataLst>
      <p:tags r:id="rId4"/>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3"/>
          <p:cNvSpPr>
            <a:spLocks noGrp="1"/>
          </p:cNvSpPr>
          <p:nvPr>
            <p:custDataLst>
              <p:tags r:id="rId1"/>
            </p:custDataLst>
          </p:nvPr>
        </p:nvSpPr>
        <p:spPr>
          <a:xfrm>
            <a:off x="9899650" y="6490335"/>
            <a:ext cx="2133600" cy="365125"/>
          </a:xfrm>
          <a:prstGeom prst="rect">
            <a:avLst/>
          </a:prstGeom>
        </p:spPr>
        <p:txBody>
          <a:bodyPr vert="horz" lIns="91440" tIns="45720" rIns="91440" bIns="45720" rtlCol="0" anchor="ctr"/>
          <a:lstStyle>
            <a:defPPr>
              <a:defRPr lang="zh-CN"/>
            </a:defPPr>
            <a:lvl1pPr marL="0" algn="r" defTabSz="914400" rtl="0" eaLnBrk="1" fontAlgn="auto" latinLnBrk="0" hangingPunct="1">
              <a:spcBef>
                <a:spcPts val="0"/>
              </a:spcBef>
              <a:spcAft>
                <a:spcPts val="0"/>
              </a:spcAft>
              <a:defRPr sz="1200" b="1" kern="1200">
                <a:solidFill>
                  <a:schemeClr val="tx1">
                    <a:tint val="75000"/>
                  </a:schemeClr>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261D8B3-0104-4129-817E-1C07D6A99DE4}" type="slidenum">
              <a:rPr lang="zh-CN" altLang="en-US" sz="1400" smtClean="0">
                <a:solidFill>
                  <a:prstClr val="black">
                    <a:tint val="75000"/>
                  </a:prstClr>
                </a:solidFill>
              </a:rPr>
            </a:fld>
            <a:endParaRPr lang="zh-CN" altLang="en-US" sz="1400">
              <a:solidFill>
                <a:prstClr val="black">
                  <a:tint val="75000"/>
                </a:prstClr>
              </a:solidFill>
            </a:endParaRPr>
          </a:p>
        </p:txBody>
      </p:sp>
      <p:pic>
        <p:nvPicPr>
          <p:cNvPr id="8" name="图片 7"/>
          <p:cNvPicPr>
            <a:picLocks noChangeAspect="1"/>
          </p:cNvPicPr>
          <p:nvPr/>
        </p:nvPicPr>
        <p:blipFill rotWithShape="1">
          <a:blip r:embed="rId2" cstate="print">
            <a:duotone>
              <a:schemeClr val="accent6">
                <a:shade val="45000"/>
                <a:satMod val="135000"/>
              </a:schemeClr>
              <a:prstClr val="white"/>
            </a:duotone>
          </a:blip>
          <a:srcRect r="76362"/>
          <a:stretch>
            <a:fillRect/>
          </a:stretch>
        </p:blipFill>
        <p:spPr>
          <a:xfrm>
            <a:off x="11141111" y="0"/>
            <a:ext cx="804015" cy="719931"/>
          </a:xfrm>
          <a:prstGeom prst="rect">
            <a:avLst/>
          </a:prstGeom>
        </p:spPr>
      </p:pic>
      <p:sp>
        <p:nvSpPr>
          <p:cNvPr id="4" name="文本框 3"/>
          <p:cNvSpPr txBox="1"/>
          <p:nvPr>
            <p:custDataLst>
              <p:tags r:id="rId3"/>
            </p:custDataLst>
          </p:nvPr>
        </p:nvSpPr>
        <p:spPr>
          <a:xfrm>
            <a:off x="288290" y="30480"/>
            <a:ext cx="10709856" cy="641350"/>
          </a:xfrm>
          <a:prstGeom prst="rect">
            <a:avLst/>
          </a:prstGeom>
          <a:noFill/>
        </p:spPr>
        <p:txBody>
          <a:bodyPr wrap="square" rtlCol="0">
            <a:noAutofit/>
          </a:bodyPr>
          <a:lstStyle/>
          <a:p>
            <a:r>
              <a:rPr kumimoji="1" lang="en-US" sz="3600" b="1" dirty="0">
                <a:solidFill>
                  <a:schemeClr val="bg1"/>
                </a:solidFill>
                <a:latin typeface="微软雅黑" panose="020B0503020204020204" charset="-122"/>
                <a:ea typeface="微软雅黑" panose="020B0503020204020204" charset="-122"/>
              </a:rPr>
              <a:t>C</a:t>
            </a:r>
            <a:r>
              <a:rPr kumimoji="1" lang="en-US" sz="3600" b="1" dirty="0">
                <a:solidFill>
                  <a:schemeClr val="bg1"/>
                </a:solidFill>
                <a:latin typeface="微软雅黑" panose="020B0503020204020204" charset="-122"/>
                <a:ea typeface="微软雅黑" panose="020B0503020204020204" charset="-122"/>
              </a:rPr>
              <a:t>onclusion</a:t>
            </a:r>
            <a:endParaRPr kumimoji="1" lang="en-US" sz="3600" b="1" dirty="0">
              <a:solidFill>
                <a:schemeClr val="bg1"/>
              </a:solidFill>
              <a:latin typeface="微软雅黑" panose="020B0503020204020204" charset="-122"/>
              <a:ea typeface="微软雅黑" panose="020B0503020204020204" charset="-122"/>
            </a:endParaRPr>
          </a:p>
        </p:txBody>
      </p:sp>
    </p:spTree>
    <p:custDataLst>
      <p:tags r:id="rId4"/>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 name="灯片编号占位符 3"/>
          <p:cNvSpPr>
            <a:spLocks noGrp="1"/>
          </p:cNvSpPr>
          <p:nvPr>
            <p:custDataLst>
              <p:tags r:id="rId1"/>
            </p:custDataLst>
          </p:nvPr>
        </p:nvSpPr>
        <p:spPr>
          <a:xfrm>
            <a:off x="9899650" y="6490335"/>
            <a:ext cx="2133600" cy="365125"/>
          </a:xfrm>
          <a:prstGeom prst="rect">
            <a:avLst/>
          </a:prstGeom>
        </p:spPr>
        <p:txBody>
          <a:bodyPr vert="horz" lIns="91440" tIns="45720" rIns="91440" bIns="45720" rtlCol="0" anchor="ctr"/>
          <a:lstStyle>
            <a:defPPr>
              <a:defRPr lang="zh-CN"/>
            </a:defPPr>
            <a:lvl1pPr marL="0" algn="r" defTabSz="914400" rtl="0" eaLnBrk="1" fontAlgn="auto" latinLnBrk="0" hangingPunct="1">
              <a:spcBef>
                <a:spcPts val="0"/>
              </a:spcBef>
              <a:spcAft>
                <a:spcPts val="0"/>
              </a:spcAft>
              <a:defRPr sz="1200" b="1" kern="1200">
                <a:solidFill>
                  <a:schemeClr val="tx1">
                    <a:tint val="75000"/>
                  </a:schemeClr>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261D8B3-0104-4129-817E-1C07D6A99DE4}" type="slidenum">
              <a:rPr lang="zh-CN" altLang="en-US" sz="1400" smtClean="0">
                <a:solidFill>
                  <a:prstClr val="black">
                    <a:tint val="75000"/>
                  </a:prstClr>
                </a:solidFill>
              </a:rPr>
            </a:fld>
            <a:endParaRPr lang="zh-CN" altLang="en-US" sz="1400">
              <a:solidFill>
                <a:prstClr val="black">
                  <a:tint val="75000"/>
                </a:prstClr>
              </a:solidFill>
            </a:endParaRPr>
          </a:p>
        </p:txBody>
      </p:sp>
      <p:pic>
        <p:nvPicPr>
          <p:cNvPr id="8" name="图片 7"/>
          <p:cNvPicPr>
            <a:picLocks noChangeAspect="1"/>
          </p:cNvPicPr>
          <p:nvPr/>
        </p:nvPicPr>
        <p:blipFill rotWithShape="1">
          <a:blip r:embed="rId2" cstate="print">
            <a:duotone>
              <a:schemeClr val="accent6">
                <a:shade val="45000"/>
                <a:satMod val="135000"/>
              </a:schemeClr>
              <a:prstClr val="white"/>
            </a:duotone>
          </a:blip>
          <a:srcRect r="76362"/>
          <a:stretch>
            <a:fillRect/>
          </a:stretch>
        </p:blipFill>
        <p:spPr>
          <a:xfrm>
            <a:off x="11141111" y="0"/>
            <a:ext cx="804015" cy="719931"/>
          </a:xfrm>
          <a:prstGeom prst="rect">
            <a:avLst/>
          </a:prstGeom>
        </p:spPr>
      </p:pic>
      <p:sp>
        <p:nvSpPr>
          <p:cNvPr id="4" name="文本框 3"/>
          <p:cNvSpPr txBox="1"/>
          <p:nvPr>
            <p:custDataLst>
              <p:tags r:id="rId3"/>
            </p:custDataLst>
          </p:nvPr>
        </p:nvSpPr>
        <p:spPr>
          <a:xfrm>
            <a:off x="288290" y="30480"/>
            <a:ext cx="10709856" cy="641350"/>
          </a:xfrm>
          <a:prstGeom prst="rect">
            <a:avLst/>
          </a:prstGeom>
          <a:noFill/>
        </p:spPr>
        <p:txBody>
          <a:bodyPr wrap="square" rtlCol="0">
            <a:noAutofit/>
          </a:bodyPr>
          <a:lstStyle/>
          <a:p>
            <a:r>
              <a:rPr kumimoji="1" lang="en-US" altLang="zh-CN" sz="3600" b="1" dirty="0">
                <a:solidFill>
                  <a:schemeClr val="bg1"/>
                </a:solidFill>
                <a:latin typeface="微软雅黑" panose="020B0503020204020204" charset="-122"/>
                <a:ea typeface="微软雅黑" panose="020B0503020204020204" charset="-122"/>
              </a:rPr>
              <a:t>Engineering Optimizations</a:t>
            </a:r>
            <a:endParaRPr kumimoji="1" lang="en-US" altLang="zh-CN" sz="3600" b="1" dirty="0">
              <a:solidFill>
                <a:schemeClr val="bg1"/>
              </a:solidFill>
              <a:latin typeface="微软雅黑" panose="020B0503020204020204" charset="-122"/>
              <a:ea typeface="微软雅黑" panose="020B0503020204020204" charset="-122"/>
            </a:endParaRPr>
          </a:p>
        </p:txBody>
      </p:sp>
    </p:spTree>
    <p:custDataLst>
      <p:tags r:id="rId4"/>
    </p:custDataLst>
  </p:cSld>
  <p:clrMapOvr>
    <a:masterClrMapping/>
  </p:clrMapOvr>
  <p:transition/>
</p:sld>
</file>

<file path=ppt/tags/tag1.xml><?xml version="1.0" encoding="utf-8"?>
<p:tagLst xmlns:p="http://schemas.openxmlformats.org/presentationml/2006/main">
  <p:tag name="KSO_WM_TAG_VERSION" val="1.0"/>
  <p:tag name="KSO_WM_TEMPLATE_CATEGORY" val="custom"/>
  <p:tag name="KSO_WM_TEMPLATE_INDEX" val="20184553"/>
</p:tagLst>
</file>

<file path=ppt/tags/tag2.xml><?xml version="1.0" encoding="utf-8"?>
<p:tagLst xmlns:p="http://schemas.openxmlformats.org/presentationml/2006/main">
  <p:tag name="KSO_WM_TAG_VERSION" val="1.0"/>
  <p:tag name="KSO_WM_TEMPLATE_CATEGORY" val="custom"/>
  <p:tag name="KSO_WM_TEMPLATE_INDEX" val="20184553"/>
</p:tagLst>
</file>

<file path=ppt/tags/tag3.xml><?xml version="1.0" encoding="utf-8"?>
<p:tagLst xmlns:p="http://schemas.openxmlformats.org/presentationml/2006/main">
  <p:tag name="KSO_WM_TEMPLATE_TOPIC_DEFAULT" val="1"/>
  <p:tag name="KSO_WM_TEMPLATE_JOB_ID" val="2"/>
  <p:tag name="KSO_WM_TEMPLATE_SCENE_ID" val="1"/>
  <p:tag name="KSO_WM_TEMPLATE_OUTLINE_ID" val="15"/>
  <p:tag name="KSO_WM_TEMPLATE_TOPIC_ID" val="2869567"/>
  <p:tag name="KSO_WM_BEAUTIFY_FLAG" val="#wm#"/>
  <p:tag name="KSO_WM_TAG_VERSION" val="1.0"/>
  <p:tag name="KSO_WM_TEMPLATE_INDEX" val="20184553"/>
  <p:tag name="KSO_WM_TEMPLATE_CATEGORY" val="custom"/>
  <p:tag name="KSO_WM_TEMPLATE_THUMBS_INDEX" val="1、6、10、14、20、26、27、28、29、31"/>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SLIDE_SUBTYPE" val="pureTxt"/>
  <p:tag name="KSO_WM_TEMPLATE_TOPIC_DEFAULT" val="1"/>
  <p:tag name="KSO_WM_TEMPLATE_JOB_ID" val="2"/>
  <p:tag name="KSO_WM_TEMPLATE_SCENE_ID" val="1"/>
  <p:tag name="KSO_WM_TEMPLATE_OUTLINE_ID" val="15"/>
  <p:tag name="KSO_WM_TEMPLATE_TOPIC_ID" val="2869567"/>
  <p:tag name="KSO_WM_SLIDE_SIZE" val="828*343"/>
  <p:tag name="KSO_WM_SLIDE_POSITION" val="66*144"/>
  <p:tag name="KSO_WM_BEAUTIFY_FLAG" val="#wm#"/>
  <p:tag name="KSO_WM_SLIDE_TYPE" val="title"/>
  <p:tag name="KSO_WM_SLIDE_LAYOUT_CNT" val="1_1"/>
  <p:tag name="KSO_WM_SLIDE_LAYOUT" val="a_b"/>
  <p:tag name="KSO_WM_SLIDE_ITEM_CNT" val="2"/>
  <p:tag name="KSO_WM_SLIDE_INDEX" val="1"/>
  <p:tag name="KSO_WM_SLIDE_ID" val="custom20184553_1"/>
  <p:tag name="KSO_WM_TAG_VERSION" val="1.0"/>
  <p:tag name="KSO_WM_TEMPLATE_INDEX" val="20184553"/>
  <p:tag name="KSO_WM_TEMPLATE_CATEGORY" val="custom"/>
  <p:tag name="KSO_WM_TEMPLATE_THUMBS_INDEX" val="1、6、10、14、20、26、27、28、29、31、"/>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SHADOWSIZE" val="90"/>
  <p:tag name="ADJUSTMENTS" val="1.547419"/>
  <p:tag name="KSO_WM_DIAGRAM_VIRTUALLY_FRAME" val="{&quot;height&quot;:378.508031496063,&quot;left&quot;:28.35,&quot;top&quot;:114.3,&quot;width&quot;:903.2540157480314}"/>
</p:tagLst>
</file>

<file path=ppt/tags/tag10.xml><?xml version="1.0" encoding="utf-8"?>
<p:tagLst xmlns:p="http://schemas.openxmlformats.org/presentationml/2006/main">
  <p:tag name="SHADOWSIZE" val="90"/>
  <p:tag name="ADJUSTMENTS" val="1.547419"/>
  <p:tag name="KSO_WM_DIAGRAM_VIRTUALLY_FRAME" val="{&quot;height&quot;:378.508031496063,&quot;left&quot;:28.35,&quot;top&quot;:114.3,&quot;width&quot;:903.2540157480314}"/>
</p:tagLst>
</file>

<file path=ppt/tags/tag11.xml><?xml version="1.0" encoding="utf-8"?>
<p:tagLst xmlns:p="http://schemas.openxmlformats.org/presentationml/2006/main">
  <p:tag name="KSO_WM_DIAGRAM_VIRTUALLY_FRAME" val="{&quot;height&quot;:378.508031496063,&quot;left&quot;:28.35,&quot;top&quot;:114.3,&quot;width&quot;:903.2540157480314}"/>
</p:tagLst>
</file>

<file path=ppt/tags/tag12.xml><?xml version="1.0" encoding="utf-8"?>
<p:tagLst xmlns:p="http://schemas.openxmlformats.org/presentationml/2006/main">
  <p:tag name="KSO_WM_DIAGRAM_VIRTUALLY_FRAME" val="{&quot;height&quot;:378.508031496063,&quot;left&quot;:28.35,&quot;top&quot;:114.3,&quot;width&quot;:903.2540157480314}"/>
</p:tagLst>
</file>

<file path=ppt/tags/tag13.xml><?xml version="1.0" encoding="utf-8"?>
<p:tagLst xmlns:p="http://schemas.openxmlformats.org/presentationml/2006/main">
  <p:tag name="KSO_WM_DIAGRAM_VIRTUALLY_FRAME" val="{&quot;height&quot;:378.508031496063,&quot;left&quot;:28.35,&quot;top&quot;:114.3,&quot;width&quot;:903.2540157480314}"/>
</p:tagLst>
</file>

<file path=ppt/tags/tag14.xml><?xml version="1.0" encoding="utf-8"?>
<p:tagLst xmlns:p="http://schemas.openxmlformats.org/presentationml/2006/main">
  <p:tag name="KSO_WM_DIAGRAM_VIRTUALLY_FRAME" val="{&quot;height&quot;:378.508031496063,&quot;left&quot;:28.35,&quot;top&quot;:114.3,&quot;width&quot;:903.2540157480314}"/>
</p:tagLst>
</file>

<file path=ppt/tags/tag15.xml><?xml version="1.0" encoding="utf-8"?>
<p:tagLst xmlns:p="http://schemas.openxmlformats.org/presentationml/2006/main">
  <p:tag name="KSO_WM_TEMPLATE_TOPIC_ID" val="2869567"/>
  <p:tag name="KSO_WM_TEMPLATE_OUTLINE_ID" val="15"/>
  <p:tag name="KSO_WM_TEMPLATE_SCENE_ID" val="1"/>
  <p:tag name="KSO_WM_TEMPLATE_JOB_ID" val="2"/>
  <p:tag name="KSO_WM_TEMPLATE_TOPIC_DEFAULT" val="1"/>
  <p:tag name="ISLIDE.ICON" val="#407037;#391934;#47638;"/>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TEMPLATE_TOPIC_ID" val="2869567"/>
  <p:tag name="KSO_WM_TEMPLATE_OUTLINE_ID" val="15"/>
  <p:tag name="KSO_WM_TEMPLATE_SCENE_ID" val="1"/>
  <p:tag name="KSO_WM_TEMPLATE_JOB_ID" val="2"/>
  <p:tag name="KSO_WM_TEMPLATE_TOPIC_DEFAULT" val="1"/>
  <p:tag name="ISLIDE.ICON" val="#407037;#391934;#47638;"/>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SHADOWSIZE" val="90"/>
  <p:tag name="ADJUSTMENTS" val="1.547419"/>
  <p:tag name="KSO_WM_DIAGRAM_VIRTUALLY_FRAME" val="{&quot;height&quot;:378.508031496063,&quot;left&quot;:28.35,&quot;top&quot;:114.3,&quot;width&quot;:903.2540157480314}"/>
</p:tagLst>
</file>

<file path=ppt/tags/tag22.xml><?xml version="1.0" encoding="utf-8"?>
<p:tagLst xmlns:p="http://schemas.openxmlformats.org/presentationml/2006/main">
  <p:tag name="KSO_WM_DIAGRAM_VIRTUALLY_FRAME" val="{&quot;height&quot;:378.508031496063,&quot;left&quot;:28.35,&quot;top&quot;:114.3,&quot;width&quot;:903.2540157480314}"/>
</p:tagLst>
</file>

<file path=ppt/tags/tag23.xml><?xml version="1.0" encoding="utf-8"?>
<p:tagLst xmlns:p="http://schemas.openxmlformats.org/presentationml/2006/main">
  <p:tag name="KSO_WM_DIAGRAM_VIRTUALLY_FRAME" val="{&quot;height&quot;:378.508031496063,&quot;left&quot;:28.35,&quot;top&quot;:114.3,&quot;width&quot;:903.2540157480314}"/>
</p:tagLst>
</file>

<file path=ppt/tags/tag24.xml><?xml version="1.0" encoding="utf-8"?>
<p:tagLst xmlns:p="http://schemas.openxmlformats.org/presentationml/2006/main">
  <p:tag name="SHADOWSIZE" val="90"/>
  <p:tag name="ADJUSTMENTS" val="1.547419"/>
  <p:tag name="KSO_WM_DIAGRAM_VIRTUALLY_FRAME" val="{&quot;height&quot;:378.508031496063,&quot;left&quot;:28.35,&quot;top&quot;:114.3,&quot;width&quot;:903.2540157480314}"/>
</p:tagLst>
</file>

<file path=ppt/tags/tag25.xml><?xml version="1.0" encoding="utf-8"?>
<p:tagLst xmlns:p="http://schemas.openxmlformats.org/presentationml/2006/main">
  <p:tag name="SHADOWSIZE" val="90"/>
  <p:tag name="ADJUSTMENTS" val="1.547419"/>
  <p:tag name="KSO_WM_DIAGRAM_VIRTUALLY_FRAME" val="{&quot;height&quot;:378.508031496063,&quot;left&quot;:28.35,&quot;top&quot;:114.3,&quot;width&quot;:903.2540157480314}"/>
</p:tagLst>
</file>

<file path=ppt/tags/tag26.xml><?xml version="1.0" encoding="utf-8"?>
<p:tagLst xmlns:p="http://schemas.openxmlformats.org/presentationml/2006/main">
  <p:tag name="KSO_WM_DIAGRAM_VIRTUALLY_FRAME" val="{&quot;height&quot;:378.508031496063,&quot;left&quot;:28.35,&quot;top&quot;:114.3,&quot;width&quot;:903.2540157480314}"/>
</p:tagLst>
</file>

<file path=ppt/tags/tag27.xml><?xml version="1.0" encoding="utf-8"?>
<p:tagLst xmlns:p="http://schemas.openxmlformats.org/presentationml/2006/main">
  <p:tag name="KSO_WM_TEMPLATE_TOPIC_ID" val="2869567"/>
  <p:tag name="KSO_WM_TEMPLATE_OUTLINE_ID" val="15"/>
  <p:tag name="KSO_WM_TEMPLATE_SCENE_ID" val="1"/>
  <p:tag name="KSO_WM_TEMPLATE_JOB_ID" val="2"/>
  <p:tag name="KSO_WM_TEMPLATE_TOPIC_DEFAULT" val="1"/>
  <p:tag name="ISLIDE.ICON" val="#407037;#391934;#47638;"/>
  <p:tag name="resource_record_key" val="{&quot;10&quot;:[50040666]}"/>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TEMPLATE_TOPIC_ID" val="2869567"/>
  <p:tag name="KSO_WM_TEMPLATE_OUTLINE_ID" val="15"/>
  <p:tag name="KSO_WM_TEMPLATE_SCENE_ID" val="1"/>
  <p:tag name="KSO_WM_TEMPLATE_JOB_ID" val="2"/>
  <p:tag name="KSO_WM_TEMPLATE_TOPIC_DEFAULT" val="1"/>
  <p:tag name="ISLIDE.ICON" val="#407037;#391934;#47638;"/>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TEMPLATE_TOPIC_ID" val="2869567"/>
  <p:tag name="KSO_WM_TEMPLATE_OUTLINE_ID" val="15"/>
  <p:tag name="KSO_WM_TEMPLATE_SCENE_ID" val="1"/>
  <p:tag name="KSO_WM_TEMPLATE_JOB_ID" val="2"/>
  <p:tag name="KSO_WM_TEMPLATE_TOPIC_DEFAULT" val="1"/>
  <p:tag name="ISLIDE.ICON" val="#407037;#391934;#47638;"/>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SHADOWSIZE" val="90"/>
  <p:tag name="ADJUSTMENTS" val="1.547419"/>
  <p:tag name="KSO_WM_DIAGRAM_VIRTUALLY_FRAME" val="{&quot;height&quot;:378.508031496063,&quot;left&quot;:28.35,&quot;top&quot;:114.3,&quot;width&quot;:903.2540157480314}"/>
</p:tagLst>
</file>

<file path=ppt/tags/tag37.xml><?xml version="1.0" encoding="utf-8"?>
<p:tagLst xmlns:p="http://schemas.openxmlformats.org/presentationml/2006/main">
  <p:tag name="KSO_WM_DIAGRAM_VIRTUALLY_FRAME" val="{&quot;height&quot;:378.508031496063,&quot;left&quot;:28.35,&quot;top&quot;:114.3,&quot;width&quot;:903.2540157480314}"/>
</p:tagLst>
</file>

<file path=ppt/tags/tag38.xml><?xml version="1.0" encoding="utf-8"?>
<p:tagLst xmlns:p="http://schemas.openxmlformats.org/presentationml/2006/main">
  <p:tag name="KSO_WM_DIAGRAM_VIRTUALLY_FRAME" val="{&quot;height&quot;:378.508031496063,&quot;left&quot;:28.35,&quot;top&quot;:114.3,&quot;width&quot;:903.2540157480314}"/>
</p:tagLst>
</file>

<file path=ppt/tags/tag39.xml><?xml version="1.0" encoding="utf-8"?>
<p:tagLst xmlns:p="http://schemas.openxmlformats.org/presentationml/2006/main">
  <p:tag name="SHADOWSIZE" val="90"/>
  <p:tag name="ADJUSTMENTS" val="1.547419"/>
  <p:tag name="KSO_WM_DIAGRAM_VIRTUALLY_FRAME" val="{&quot;height&quot;:378.508031496063,&quot;left&quot;:28.35,&quot;top&quot;:114.3,&quot;width&quot;:903.2540157480314}"/>
</p:tagLst>
</file>

<file path=ppt/tags/tag40.xml><?xml version="1.0" encoding="utf-8"?>
<p:tagLst xmlns:p="http://schemas.openxmlformats.org/presentationml/2006/main">
  <p:tag name="SHADOWSIZE" val="90"/>
  <p:tag name="ADJUSTMENTS" val="1.547419"/>
  <p:tag name="KSO_WM_DIAGRAM_VIRTUALLY_FRAME" val="{&quot;height&quot;:378.508031496063,&quot;left&quot;:28.35,&quot;top&quot;:114.3,&quot;width&quot;:903.2540157480314}"/>
</p:tagLst>
</file>

<file path=ppt/tags/tag41.xml><?xml version="1.0" encoding="utf-8"?>
<p:tagLst xmlns:p="http://schemas.openxmlformats.org/presentationml/2006/main">
  <p:tag name="KSO_WM_DIAGRAM_VIRTUALLY_FRAME" val="{&quot;height&quot;:378.508031496063,&quot;left&quot;:28.35,&quot;top&quot;:114.3,&quot;width&quot;:903.2540157480314}"/>
</p:tagLst>
</file>

<file path=ppt/tags/tag42.xml><?xml version="1.0" encoding="utf-8"?>
<p:tagLst xmlns:p="http://schemas.openxmlformats.org/presentationml/2006/main">
  <p:tag name="KSO_WM_TEMPLATE_TOPIC_ID" val="2869567"/>
  <p:tag name="KSO_WM_TEMPLATE_OUTLINE_ID" val="15"/>
  <p:tag name="KSO_WM_TEMPLATE_SCENE_ID" val="1"/>
  <p:tag name="KSO_WM_TEMPLATE_JOB_ID" val="2"/>
  <p:tag name="KSO_WM_TEMPLATE_TOPIC_DEFAULT" val="1"/>
  <p:tag name="ISLIDE.ICON" val="#407037;#391934;#47638;"/>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TEMPLATE_TOPIC_ID" val="2869567"/>
  <p:tag name="KSO_WM_TEMPLATE_OUTLINE_ID" val="15"/>
  <p:tag name="KSO_WM_TEMPLATE_SCENE_ID" val="1"/>
  <p:tag name="KSO_WM_TEMPLATE_JOB_ID" val="2"/>
  <p:tag name="KSO_WM_TEMPLATE_TOPIC_DEFAULT" val="1"/>
  <p:tag name="ISLIDE.ICON" val="#407037;#391934;#47638;"/>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TEMPLATE_TOPIC_ID" val="2869567"/>
  <p:tag name="KSO_WM_TEMPLATE_OUTLINE_ID" val="15"/>
  <p:tag name="KSO_WM_TEMPLATE_SCENE_ID" val="1"/>
  <p:tag name="KSO_WM_TEMPLATE_JOB_ID" val="2"/>
  <p:tag name="KSO_WM_TEMPLATE_TOPIC_DEFAULT" val="1"/>
  <p:tag name="ISLIDE.ICON" val="#407037;#391934;#47638;"/>
</p:tagLst>
</file>

<file path=ppt/tags/tag49.xml><?xml version="1.0" encoding="utf-8"?>
<p:tagLst xmlns:p="http://schemas.openxmlformats.org/presentationml/2006/main">
  <p:tag name="KSO_WM_BEAUTIFY_FLAG" val=""/>
</p:tagLst>
</file>

<file path=ppt/tags/tag50.xml><?xml version="1.0" encoding="utf-8"?>
<p:tagLst xmlns:p="http://schemas.openxmlformats.org/presentationml/2006/main">
  <p:tag name="KSO_WM_BEAUTIFY_FLAG" val=""/>
</p:tagLst>
</file>

<file path=ppt/tags/tag51.xml><?xml version="1.0" encoding="utf-8"?>
<p:tagLst xmlns:p="http://schemas.openxmlformats.org/presentationml/2006/main">
  <p:tag name="KSO_WM_TEMPLATE_TOPIC_ID" val="2869567"/>
  <p:tag name="KSO_WM_TEMPLATE_OUTLINE_ID" val="15"/>
  <p:tag name="KSO_WM_TEMPLATE_SCENE_ID" val="1"/>
  <p:tag name="KSO_WM_TEMPLATE_JOB_ID" val="2"/>
  <p:tag name="KSO_WM_TEMPLATE_TOPIC_DEFAULT" val="1"/>
  <p:tag name="ISLIDE.ICON" val="#407037;#391934;#47638;"/>
</p:tagLst>
</file>

<file path=ppt/tags/tag52.xml><?xml version="1.0" encoding="utf-8"?>
<p:tagLst xmlns:p="http://schemas.openxmlformats.org/presentationml/2006/main">
  <p:tag name="KSO_WPP_MARK_KEY" val="6c9b29a6-5ddb-4632-a989-e759ccd65a8b"/>
  <p:tag name="COMMONDATA" val="eyJoZGlkIjoiNDcwNzE1OTY2M2Y2MWZlNWE0ZGRlNmUxZmVmM2U3YWQifQ=="/>
  <p:tag name="resource_record_key" val="{&quot;10&quot;:[50040666],&quot;65&quot;:[20184553]}"/>
</p:tagLst>
</file>

<file path=ppt/theme/theme1.xml><?xml version="1.0" encoding="utf-8"?>
<a:theme xmlns:a="http://schemas.openxmlformats.org/drawingml/2006/main" name="1_Edge">
  <a:themeElements>
    <a:clrScheme name="1_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fontScheme name="1_Edge">
      <a:majorFont>
        <a:latin typeface="Garamond"/>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lumMod val="95000"/>
          </a:schemeClr>
        </a:solidFill>
        <a:ln w="9525" algn="ctr">
          <a:solidFill>
            <a:sysClr val="window" lastClr="FFFFFF">
              <a:lumMod val="65000"/>
            </a:sysClr>
          </a:solidFill>
          <a:round/>
        </a:ln>
      </a:spPr>
      <a:bodyPr wrap="none" lIns="162000" anchor="ctr"/>
      <a:lstStyle>
        <a:defPPr marL="0" lvl="0" indent="0" algn="l" eaLnBrk="1" hangingPunct="1">
          <a:lnSpc>
            <a:spcPct val="130000"/>
          </a:lnSpc>
          <a:spcBef>
            <a:spcPct val="0"/>
          </a:spcBef>
          <a:buSzPct val="80000"/>
          <a:buFont typeface="Wingdings" panose="05000000000000000000" pitchFamily="2" charset="2"/>
          <a:buNone/>
          <a:defRPr lang="en-US" altLang="zh-CN" sz="2400" b="1" dirty="0">
            <a:solidFill>
              <a:srgbClr val="1485A4"/>
            </a:solidFill>
            <a:latin typeface="Times New Roman" panose="02020603050405020304" charset="0"/>
            <a:ea typeface="微软雅黑" panose="020B0503020204020204" charset="-122"/>
            <a:sym typeface="+mn-ea"/>
          </a:defRPr>
        </a:defPPr>
      </a:lstStyle>
    </a:spDef>
  </a:objectDefaults>
  <a:extraClrSchemeLst>
    <a:extraClrScheme>
      <a:clrScheme name="1_Edge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1_Edge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1_Edge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1_Edge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1_Edge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1_Edge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1_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1_Edge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1_Edge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自定义 214">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1">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2312</Words>
  <Application>WPS 演示</Application>
  <PresentationFormat>宽屏</PresentationFormat>
  <Paragraphs>334</Paragraphs>
  <Slides>10</Slides>
  <Notes>12</Notes>
  <HiddenSlides>0</HiddenSlides>
  <MMClips>0</MMClips>
  <ScaleCrop>false</ScaleCrop>
  <HeadingPairs>
    <vt:vector size="6" baseType="variant">
      <vt:variant>
        <vt:lpstr>已用的字体</vt:lpstr>
      </vt:variant>
      <vt:variant>
        <vt:i4>12</vt:i4>
      </vt:variant>
      <vt:variant>
        <vt:lpstr>主题</vt:lpstr>
      </vt:variant>
      <vt:variant>
        <vt:i4>2</vt:i4>
      </vt:variant>
      <vt:variant>
        <vt:lpstr>幻灯片标题</vt:lpstr>
      </vt:variant>
      <vt:variant>
        <vt:i4>10</vt:i4>
      </vt:variant>
    </vt:vector>
  </HeadingPairs>
  <TitlesOfParts>
    <vt:vector size="24" baseType="lpstr">
      <vt:lpstr>Arial</vt:lpstr>
      <vt:lpstr>宋体</vt:lpstr>
      <vt:lpstr>Wingdings</vt:lpstr>
      <vt:lpstr>Times New Roman</vt:lpstr>
      <vt:lpstr>微软雅黑</vt:lpstr>
      <vt:lpstr>黑体</vt:lpstr>
      <vt:lpstr>Garamond</vt:lpstr>
      <vt:lpstr>Calibri</vt:lpstr>
      <vt:lpstr>Wingdings</vt:lpstr>
      <vt:lpstr>Wingdings 2</vt:lpstr>
      <vt:lpstr>Cambria Math</vt:lpstr>
      <vt:lpstr>Arial Unicode MS</vt:lpstr>
      <vt:lpstr>1_Edge</vt:lpstr>
      <vt:lpstr>1_Office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薛薛薛翼舟</cp:lastModifiedBy>
  <cp:revision>2479</cp:revision>
  <dcterms:created xsi:type="dcterms:W3CDTF">2025-10-20T14:42:00Z</dcterms:created>
  <dcterms:modified xsi:type="dcterms:W3CDTF">2026-07-25T06:32:36Z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r8>1</vt:r8>
  </property>
  <property fmtid="{D5CDD505-2E9C-101B-9397-08002B2CF9AE}" pid="3" name="KSOProductBuildVer">
    <vt:lpwstr>2052-12.1.0.26895</vt:lpwstr>
  </property>
  <property fmtid="{D5CDD505-2E9C-101B-9397-08002B2CF9AE}" pid="4" name="KSORubyTemplateID">
    <vt:lpwstr>2</vt:lpwstr>
  </property>
  <property fmtid="{D5CDD505-2E9C-101B-9397-08002B2CF9AE}" pid="5" name="ICV">
    <vt:lpwstr>3C0CFCCCE692482CB224F3DFDB3778FB_13</vt:lpwstr>
  </property>
</Properties>
</file>